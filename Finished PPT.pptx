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8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2">
        <a:tint val="75000"/>
      </a:schemeClr>
      <a:schemeClr val="accent3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2">
        <a:tint val="75000"/>
      </a:schemeClr>
      <a:schemeClr val="accent3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2">
        <a:tint val="75000"/>
      </a:schemeClr>
      <a:schemeClr val="accent3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DA5FDA-FD4A-4A35-8181-182899154730}" type="doc">
      <dgm:prSet loTypeId="urn:microsoft.com/office/officeart/2005/8/layout/process1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3A33201C-12ED-472D-93BB-24F89F34E848}">
      <dgm:prSet phldrT="[Text]" phldr="0" custT="1"/>
      <dgm:spPr/>
      <dgm:t>
        <a:bodyPr/>
        <a:lstStyle/>
        <a:p>
          <a:pPr algn="ctr">
            <a:buNone/>
          </a:pPr>
          <a:r>
            <a:rPr lang="en-IN" sz="1900" b="1" dirty="0">
              <a:solidFill>
                <a:schemeClr val="tx1"/>
              </a:solidFill>
            </a:rPr>
            <a:t>Farmers/FPO</a:t>
          </a:r>
        </a:p>
      </dgm:t>
    </dgm:pt>
    <dgm:pt modelId="{874B4553-4A04-4F94-AB61-E65F32A7BFAE}" type="parTrans" cxnId="{A4897CE4-67A2-403B-9F4C-76D15EBD7BFF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A6859B20-0773-4DD0-B4F2-A6FE277085E8}" type="sibTrans" cxnId="{A4897CE4-67A2-403B-9F4C-76D15EBD7BFF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76BFB749-5C31-4BC0-85A6-0504EDFA060B}">
      <dgm:prSet phldrT="[Text]" phldr="0" custT="1"/>
      <dgm:spPr/>
      <dgm:t>
        <a:bodyPr/>
        <a:lstStyle/>
        <a:p>
          <a:pPr algn="ctr">
            <a:buNone/>
          </a:pPr>
          <a:r>
            <a:rPr lang="en-IN" sz="1900" b="1" dirty="0">
              <a:solidFill>
                <a:schemeClr val="tx1"/>
              </a:solidFill>
            </a:rPr>
            <a:t>Double Auction Engine</a:t>
          </a:r>
        </a:p>
      </dgm:t>
    </dgm:pt>
    <dgm:pt modelId="{A6262C6B-BA86-4B26-879B-E99C19DCD786}" type="parTrans" cxnId="{206B4B81-0E26-4B6C-A520-607A07FEE3AE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A2C902B2-6F15-4FBE-A76C-3C7E0D08F6DE}" type="sibTrans" cxnId="{206B4B81-0E26-4B6C-A520-607A07FEE3AE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CDAE75AE-E6F9-47EE-B555-AB854337CE86}">
      <dgm:prSet phldrT="[Text]" phldr="0" custT="1"/>
      <dgm:spPr/>
      <dgm:t>
        <a:bodyPr/>
        <a:lstStyle/>
        <a:p>
          <a:pPr algn="ctr">
            <a:buNone/>
          </a:pPr>
          <a:r>
            <a:rPr lang="en-IN" sz="1900" b="1" dirty="0">
              <a:solidFill>
                <a:schemeClr val="tx1"/>
              </a:solidFill>
            </a:rPr>
            <a:t>Buyers</a:t>
          </a:r>
        </a:p>
      </dgm:t>
    </dgm:pt>
    <dgm:pt modelId="{F5738C20-5560-4F30-B67E-13BC99F4AF8C}" type="parTrans" cxnId="{DDA7AE88-DA80-4F5F-A694-FA4928A430E6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FC2E48CC-EC27-4193-95A4-A8831C4778CE}" type="sibTrans" cxnId="{DDA7AE88-DA80-4F5F-A694-FA4928A430E6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7C9C5EF7-ADB2-4830-8872-00B3D26E1C87}">
      <dgm:prSet phldrT="[Text]" phldr="0" custT="1"/>
      <dgm:spPr/>
      <dgm:t>
        <a:bodyPr/>
        <a:lstStyle/>
        <a:p>
          <a:pPr algn="ctr">
            <a:buNone/>
          </a:pPr>
          <a:r>
            <a:rPr lang="en-IN" sz="1600" dirty="0">
              <a:solidFill>
                <a:schemeClr val="tx1"/>
              </a:solidFill>
            </a:rPr>
            <a:t>Verified Quality,</a:t>
          </a:r>
        </a:p>
      </dgm:t>
    </dgm:pt>
    <dgm:pt modelId="{3F327621-8DED-469B-96C5-81A98F49683E}" type="parTrans" cxnId="{5A5A72BB-77A9-4719-9900-747A1487C7FA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88C5EDCC-B021-4E4B-881D-512A1C99D6C5}" type="sibTrans" cxnId="{5A5A72BB-77A9-4719-9900-747A1487C7FA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067A9FFE-47C3-499A-88F6-F5400B533A57}">
      <dgm:prSet phldrT="[Text]" phldr="0" custT="1"/>
      <dgm:spPr/>
      <dgm:t>
        <a:bodyPr/>
        <a:lstStyle/>
        <a:p>
          <a:pPr algn="ctr">
            <a:buNone/>
          </a:pPr>
          <a:r>
            <a:rPr lang="en-IN" sz="1600" dirty="0">
              <a:solidFill>
                <a:schemeClr val="tx1"/>
              </a:solidFill>
            </a:rPr>
            <a:t>Matches &amp;</a:t>
          </a:r>
        </a:p>
      </dgm:t>
    </dgm:pt>
    <dgm:pt modelId="{637482F3-B80E-4A23-9A54-A570FCFDE4DD}" type="parTrans" cxnId="{8B3A316B-0818-43B2-B285-842EC77D4D22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97202758-262D-4F9E-86EE-4C12C38B7B89}" type="sibTrans" cxnId="{8B3A316B-0818-43B2-B285-842EC77D4D22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DDDD36CC-356E-44EC-99F0-8BD1ACEF96E7}">
      <dgm:prSet phldrT="[Text]" phldr="0" custT="1"/>
      <dgm:spPr/>
      <dgm:t>
        <a:bodyPr/>
        <a:lstStyle/>
        <a:p>
          <a:pPr algn="ctr">
            <a:buNone/>
          </a:pPr>
          <a:r>
            <a:rPr lang="en-IN" sz="1600" dirty="0">
              <a:solidFill>
                <a:schemeClr val="tx1"/>
              </a:solidFill>
            </a:rPr>
            <a:t>Bids, volume</a:t>
          </a:r>
        </a:p>
      </dgm:t>
    </dgm:pt>
    <dgm:pt modelId="{C0A83305-B876-4FAF-8A6E-BFA00C6ADFAF}" type="parTrans" cxnId="{AF61BD32-858C-4F4A-B02E-134849965A54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D14CF374-4682-4CF1-BACF-63C756C2A0B4}" type="sibTrans" cxnId="{AF61BD32-858C-4F4A-B02E-134849965A54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CB632123-987C-4D0C-A414-7EB0FBD823E8}">
      <dgm:prSet phldrT="[Text]" phldr="0" custT="1"/>
      <dgm:spPr/>
      <dgm:t>
        <a:bodyPr/>
        <a:lstStyle/>
        <a:p>
          <a:pPr algn="ctr">
            <a:buNone/>
          </a:pPr>
          <a:r>
            <a:rPr lang="en-IN" sz="1600" dirty="0">
              <a:solidFill>
                <a:schemeClr val="tx1"/>
              </a:solidFill>
            </a:rPr>
            <a:t>asks</a:t>
          </a:r>
        </a:p>
      </dgm:t>
    </dgm:pt>
    <dgm:pt modelId="{DD3BF0F6-FF04-4510-A77F-62CBE1057ABA}" type="parTrans" cxnId="{A5DEAB48-FDB3-4A95-9D45-D0DDD099AB26}">
      <dgm:prSet/>
      <dgm:spPr/>
      <dgm:t>
        <a:bodyPr/>
        <a:lstStyle/>
        <a:p>
          <a:endParaRPr lang="en-IN"/>
        </a:p>
      </dgm:t>
    </dgm:pt>
    <dgm:pt modelId="{E11D7CD5-2C5D-47D8-A44F-DC3A662B4D2F}" type="sibTrans" cxnId="{A5DEAB48-FDB3-4A95-9D45-D0DDD099AB26}">
      <dgm:prSet/>
      <dgm:spPr/>
      <dgm:t>
        <a:bodyPr/>
        <a:lstStyle/>
        <a:p>
          <a:endParaRPr lang="en-IN"/>
        </a:p>
      </dgm:t>
    </dgm:pt>
    <dgm:pt modelId="{0F87E97D-0352-41D3-A223-70A14976E45C}">
      <dgm:prSet phldrT="[Text]" custT="1"/>
      <dgm:spPr/>
      <dgm:t>
        <a:bodyPr/>
        <a:lstStyle/>
        <a:p>
          <a:pPr algn="ctr">
            <a:buNone/>
          </a:pPr>
          <a:r>
            <a:rPr lang="en-IN" sz="1900" b="1" dirty="0">
              <a:solidFill>
                <a:schemeClr val="tx1"/>
              </a:solidFill>
            </a:rPr>
            <a:t>Multi Channel Access</a:t>
          </a:r>
        </a:p>
      </dgm:t>
    </dgm:pt>
    <dgm:pt modelId="{061A04A8-117C-4089-8EF7-3A3A6F44D8AB}" type="parTrans" cxnId="{76913C04-7A1F-4DBD-A123-31E89203505D}">
      <dgm:prSet/>
      <dgm:spPr/>
      <dgm:t>
        <a:bodyPr/>
        <a:lstStyle/>
        <a:p>
          <a:endParaRPr lang="en-IN"/>
        </a:p>
      </dgm:t>
    </dgm:pt>
    <dgm:pt modelId="{53E6ECB8-073F-468A-930B-60CFEEA9032A}" type="sibTrans" cxnId="{76913C04-7A1F-4DBD-A123-31E89203505D}">
      <dgm:prSet/>
      <dgm:spPr/>
      <dgm:t>
        <a:bodyPr/>
        <a:lstStyle/>
        <a:p>
          <a:endParaRPr lang="en-IN"/>
        </a:p>
      </dgm:t>
    </dgm:pt>
    <dgm:pt modelId="{BE372B21-771E-4C3C-826C-B8EA78BD7441}">
      <dgm:prSet phldrT="[Text]" phldr="0" custT="1"/>
      <dgm:spPr/>
      <dgm:t>
        <a:bodyPr/>
        <a:lstStyle/>
        <a:p>
          <a:pPr algn="ctr">
            <a:buNone/>
          </a:pPr>
          <a:r>
            <a:rPr lang="en-IN" sz="1600" dirty="0">
              <a:solidFill>
                <a:schemeClr val="tx1"/>
              </a:solidFill>
            </a:rPr>
            <a:t>App, Kiosk,</a:t>
          </a:r>
        </a:p>
      </dgm:t>
    </dgm:pt>
    <dgm:pt modelId="{E0CC3E27-D0EA-417B-8B04-4D04E653E923}" type="parTrans" cxnId="{32A375E0-AE5F-4878-90F0-377728C3F94B}">
      <dgm:prSet/>
      <dgm:spPr/>
      <dgm:t>
        <a:bodyPr/>
        <a:lstStyle/>
        <a:p>
          <a:endParaRPr lang="en-IN"/>
        </a:p>
      </dgm:t>
    </dgm:pt>
    <dgm:pt modelId="{7530F299-94C4-475B-8E9D-8B035ED9D873}" type="sibTrans" cxnId="{32A375E0-AE5F-4878-90F0-377728C3F94B}">
      <dgm:prSet/>
      <dgm:spPr/>
      <dgm:t>
        <a:bodyPr/>
        <a:lstStyle/>
        <a:p>
          <a:endParaRPr lang="en-IN"/>
        </a:p>
      </dgm:t>
    </dgm:pt>
    <dgm:pt modelId="{6EF9B5B5-83C1-45CC-8ABE-C4BCAFA1011E}">
      <dgm:prSet phldrT="[Text]" phldr="0" custT="1"/>
      <dgm:spPr/>
      <dgm:t>
        <a:bodyPr/>
        <a:lstStyle/>
        <a:p>
          <a:pPr algn="ctr">
            <a:buNone/>
          </a:pPr>
          <a:r>
            <a:rPr lang="en-IN" sz="1600" dirty="0">
              <a:solidFill>
                <a:schemeClr val="tx1"/>
              </a:solidFill>
            </a:rPr>
            <a:t>SMS</a:t>
          </a:r>
        </a:p>
      </dgm:t>
    </dgm:pt>
    <dgm:pt modelId="{3B8FF9E2-9D71-4C23-BD5A-57304BACBE74}" type="parTrans" cxnId="{A3FEFA89-7384-4A69-8DE4-203494E5A429}">
      <dgm:prSet/>
      <dgm:spPr/>
      <dgm:t>
        <a:bodyPr/>
        <a:lstStyle/>
        <a:p>
          <a:endParaRPr lang="en-IN"/>
        </a:p>
      </dgm:t>
    </dgm:pt>
    <dgm:pt modelId="{6971A1F1-082E-49BC-B9A1-2AD27EFEFBFF}" type="sibTrans" cxnId="{A3FEFA89-7384-4A69-8DE4-203494E5A429}">
      <dgm:prSet/>
      <dgm:spPr/>
      <dgm:t>
        <a:bodyPr/>
        <a:lstStyle/>
        <a:p>
          <a:endParaRPr lang="en-IN"/>
        </a:p>
      </dgm:t>
    </dgm:pt>
    <dgm:pt modelId="{6A9444A5-B7F6-4B72-A2F5-9282A23776F9}">
      <dgm:prSet phldrT="[Text]" phldr="0" custT="1"/>
      <dgm:spPr/>
      <dgm:t>
        <a:bodyPr/>
        <a:lstStyle/>
        <a:p>
          <a:pPr algn="ctr">
            <a:buNone/>
          </a:pPr>
          <a:r>
            <a:rPr lang="en-IN" sz="1600" dirty="0">
              <a:solidFill>
                <a:schemeClr val="tx1"/>
              </a:solidFill>
            </a:rPr>
            <a:t>needs</a:t>
          </a:r>
        </a:p>
      </dgm:t>
    </dgm:pt>
    <dgm:pt modelId="{E11944D3-AA3B-406E-A2F1-7FC25BD74881}" type="parTrans" cxnId="{C240E1B2-35E9-44B2-BF32-A57303981FA2}">
      <dgm:prSet/>
      <dgm:spPr/>
      <dgm:t>
        <a:bodyPr/>
        <a:lstStyle/>
        <a:p>
          <a:endParaRPr lang="en-IN"/>
        </a:p>
      </dgm:t>
    </dgm:pt>
    <dgm:pt modelId="{20B0F4A5-5D8A-411E-B585-D80BE343BC70}" type="sibTrans" cxnId="{C240E1B2-35E9-44B2-BF32-A57303981FA2}">
      <dgm:prSet/>
      <dgm:spPr/>
      <dgm:t>
        <a:bodyPr/>
        <a:lstStyle/>
        <a:p>
          <a:endParaRPr lang="en-IN"/>
        </a:p>
      </dgm:t>
    </dgm:pt>
    <dgm:pt modelId="{36C67698-DCB2-4F07-877F-715870347103}">
      <dgm:prSet phldrT="[Text]" phldr="0" custT="1"/>
      <dgm:spPr/>
      <dgm:t>
        <a:bodyPr/>
        <a:lstStyle/>
        <a:p>
          <a:pPr algn="ctr">
            <a:buNone/>
          </a:pPr>
          <a:r>
            <a:rPr lang="en-IN" sz="1600" dirty="0">
              <a:solidFill>
                <a:schemeClr val="tx1"/>
              </a:solidFill>
            </a:rPr>
            <a:t>Pools Trades</a:t>
          </a:r>
        </a:p>
      </dgm:t>
    </dgm:pt>
    <dgm:pt modelId="{49AD8318-B271-486E-A910-715D29580EC2}" type="parTrans" cxnId="{EA05DB5C-8C8A-4187-A655-36984594A570}">
      <dgm:prSet/>
      <dgm:spPr/>
      <dgm:t>
        <a:bodyPr/>
        <a:lstStyle/>
        <a:p>
          <a:endParaRPr lang="en-IN"/>
        </a:p>
      </dgm:t>
    </dgm:pt>
    <dgm:pt modelId="{3E0BAAB0-DC91-4070-9F4A-EF1FE3687B69}" type="sibTrans" cxnId="{EA05DB5C-8C8A-4187-A655-36984594A570}">
      <dgm:prSet/>
      <dgm:spPr/>
      <dgm:t>
        <a:bodyPr/>
        <a:lstStyle/>
        <a:p>
          <a:endParaRPr lang="en-IN"/>
        </a:p>
      </dgm:t>
    </dgm:pt>
    <dgm:pt modelId="{5063F3C5-D356-44ED-8468-9A7E6441AFDB}" type="pres">
      <dgm:prSet presAssocID="{E1DA5FDA-FD4A-4A35-8181-182899154730}" presName="Name0" presStyleCnt="0">
        <dgm:presLayoutVars>
          <dgm:dir/>
          <dgm:resizeHandles val="exact"/>
        </dgm:presLayoutVars>
      </dgm:prSet>
      <dgm:spPr/>
    </dgm:pt>
    <dgm:pt modelId="{A52A6332-12FA-4C9D-8E68-75C48FC83CEF}" type="pres">
      <dgm:prSet presAssocID="{0F87E97D-0352-41D3-A223-70A14976E45C}" presName="node" presStyleLbl="node1" presStyleIdx="0" presStyleCnt="4">
        <dgm:presLayoutVars>
          <dgm:bulletEnabled val="1"/>
        </dgm:presLayoutVars>
      </dgm:prSet>
      <dgm:spPr/>
    </dgm:pt>
    <dgm:pt modelId="{CDF88358-1E8F-42B8-B562-1EED32364876}" type="pres">
      <dgm:prSet presAssocID="{53E6ECB8-073F-468A-930B-60CFEEA9032A}" presName="sibTrans" presStyleLbl="sibTrans2D1" presStyleIdx="0" presStyleCnt="3"/>
      <dgm:spPr/>
    </dgm:pt>
    <dgm:pt modelId="{084F399A-032F-41B7-8323-64263EFE22B8}" type="pres">
      <dgm:prSet presAssocID="{53E6ECB8-073F-468A-930B-60CFEEA9032A}" presName="connectorText" presStyleLbl="sibTrans2D1" presStyleIdx="0" presStyleCnt="3"/>
      <dgm:spPr/>
    </dgm:pt>
    <dgm:pt modelId="{38B098B9-E400-4BD2-A98F-7D0D0CE82F34}" type="pres">
      <dgm:prSet presAssocID="{3A33201C-12ED-472D-93BB-24F89F34E848}" presName="node" presStyleLbl="node1" presStyleIdx="1" presStyleCnt="4">
        <dgm:presLayoutVars>
          <dgm:bulletEnabled val="1"/>
        </dgm:presLayoutVars>
      </dgm:prSet>
      <dgm:spPr/>
    </dgm:pt>
    <dgm:pt modelId="{EB8DC659-EF99-4B2A-B4C4-541D50219CEA}" type="pres">
      <dgm:prSet presAssocID="{A6859B20-0773-4DD0-B4F2-A6FE277085E8}" presName="sibTrans" presStyleLbl="sibTrans2D1" presStyleIdx="1" presStyleCnt="3"/>
      <dgm:spPr/>
    </dgm:pt>
    <dgm:pt modelId="{D33E3331-C44B-4F4F-A620-4ABAE40A1109}" type="pres">
      <dgm:prSet presAssocID="{A6859B20-0773-4DD0-B4F2-A6FE277085E8}" presName="connectorText" presStyleLbl="sibTrans2D1" presStyleIdx="1" presStyleCnt="3"/>
      <dgm:spPr/>
    </dgm:pt>
    <dgm:pt modelId="{54796FEE-A275-4E9C-928D-BE1482C6F305}" type="pres">
      <dgm:prSet presAssocID="{76BFB749-5C31-4BC0-85A6-0504EDFA060B}" presName="node" presStyleLbl="node1" presStyleIdx="2" presStyleCnt="4">
        <dgm:presLayoutVars>
          <dgm:bulletEnabled val="1"/>
        </dgm:presLayoutVars>
      </dgm:prSet>
      <dgm:spPr/>
    </dgm:pt>
    <dgm:pt modelId="{42038610-4E53-47FE-A2F1-7ECCFBB8768E}" type="pres">
      <dgm:prSet presAssocID="{A2C902B2-6F15-4FBE-A76C-3C7E0D08F6DE}" presName="sibTrans" presStyleLbl="sibTrans2D1" presStyleIdx="2" presStyleCnt="3"/>
      <dgm:spPr/>
    </dgm:pt>
    <dgm:pt modelId="{CF70E9C6-6D72-4001-9FCA-7C34E7AC6791}" type="pres">
      <dgm:prSet presAssocID="{A2C902B2-6F15-4FBE-A76C-3C7E0D08F6DE}" presName="connectorText" presStyleLbl="sibTrans2D1" presStyleIdx="2" presStyleCnt="3"/>
      <dgm:spPr/>
    </dgm:pt>
    <dgm:pt modelId="{C741243B-9300-48DB-A356-1F13ECBCFEC6}" type="pres">
      <dgm:prSet presAssocID="{CDAE75AE-E6F9-47EE-B555-AB854337CE86}" presName="node" presStyleLbl="node1" presStyleIdx="3" presStyleCnt="4">
        <dgm:presLayoutVars>
          <dgm:bulletEnabled val="1"/>
        </dgm:presLayoutVars>
      </dgm:prSet>
      <dgm:spPr/>
    </dgm:pt>
  </dgm:ptLst>
  <dgm:cxnLst>
    <dgm:cxn modelId="{76913C04-7A1F-4DBD-A123-31E89203505D}" srcId="{E1DA5FDA-FD4A-4A35-8181-182899154730}" destId="{0F87E97D-0352-41D3-A223-70A14976E45C}" srcOrd="0" destOrd="0" parTransId="{061A04A8-117C-4089-8EF7-3A3A6F44D8AB}" sibTransId="{53E6ECB8-073F-468A-930B-60CFEEA9032A}"/>
    <dgm:cxn modelId="{1C1B8705-1C92-403D-AB32-C17516F9221F}" type="presOf" srcId="{6A9444A5-B7F6-4B72-A2F5-9282A23776F9}" destId="{C741243B-9300-48DB-A356-1F13ECBCFEC6}" srcOrd="0" destOrd="2" presId="urn:microsoft.com/office/officeart/2005/8/layout/process1"/>
    <dgm:cxn modelId="{3D35ED06-7291-4B50-9DCE-6ACC343D5154}" type="presOf" srcId="{7C9C5EF7-ADB2-4830-8872-00B3D26E1C87}" destId="{38B098B9-E400-4BD2-A98F-7D0D0CE82F34}" srcOrd="0" destOrd="1" presId="urn:microsoft.com/office/officeart/2005/8/layout/process1"/>
    <dgm:cxn modelId="{5750B40B-9034-4347-A949-EAD0F5581E17}" type="presOf" srcId="{A2C902B2-6F15-4FBE-A76C-3C7E0D08F6DE}" destId="{CF70E9C6-6D72-4001-9FCA-7C34E7AC6791}" srcOrd="1" destOrd="0" presId="urn:microsoft.com/office/officeart/2005/8/layout/process1"/>
    <dgm:cxn modelId="{51406818-9D67-4455-9E56-32ADE5AADBA6}" type="presOf" srcId="{3A33201C-12ED-472D-93BB-24F89F34E848}" destId="{38B098B9-E400-4BD2-A98F-7D0D0CE82F34}" srcOrd="0" destOrd="0" presId="urn:microsoft.com/office/officeart/2005/8/layout/process1"/>
    <dgm:cxn modelId="{AF61BD32-858C-4F4A-B02E-134849965A54}" srcId="{CDAE75AE-E6F9-47EE-B555-AB854337CE86}" destId="{DDDD36CC-356E-44EC-99F0-8BD1ACEF96E7}" srcOrd="0" destOrd="0" parTransId="{C0A83305-B876-4FAF-8A6E-BFA00C6ADFAF}" sibTransId="{D14CF374-4682-4CF1-BACF-63C756C2A0B4}"/>
    <dgm:cxn modelId="{16F6665C-A6AB-496D-99DF-2E92ACD7E4C2}" type="presOf" srcId="{A2C902B2-6F15-4FBE-A76C-3C7E0D08F6DE}" destId="{42038610-4E53-47FE-A2F1-7ECCFBB8768E}" srcOrd="0" destOrd="0" presId="urn:microsoft.com/office/officeart/2005/8/layout/process1"/>
    <dgm:cxn modelId="{EA05DB5C-8C8A-4187-A655-36984594A570}" srcId="{76BFB749-5C31-4BC0-85A6-0504EDFA060B}" destId="{36C67698-DCB2-4F07-877F-715870347103}" srcOrd="1" destOrd="0" parTransId="{49AD8318-B271-486E-A910-715D29580EC2}" sibTransId="{3E0BAAB0-DC91-4070-9F4A-EF1FE3687B69}"/>
    <dgm:cxn modelId="{E72EA661-519F-4303-9D37-0379AD9F9655}" type="presOf" srcId="{0F87E97D-0352-41D3-A223-70A14976E45C}" destId="{A52A6332-12FA-4C9D-8E68-75C48FC83CEF}" srcOrd="0" destOrd="0" presId="urn:microsoft.com/office/officeart/2005/8/layout/process1"/>
    <dgm:cxn modelId="{9657D343-7BA1-4233-914D-05E73045A924}" type="presOf" srcId="{76BFB749-5C31-4BC0-85A6-0504EDFA060B}" destId="{54796FEE-A275-4E9C-928D-BE1482C6F305}" srcOrd="0" destOrd="0" presId="urn:microsoft.com/office/officeart/2005/8/layout/process1"/>
    <dgm:cxn modelId="{48120965-783E-4AA8-8A88-33FE089AB855}" type="presOf" srcId="{53E6ECB8-073F-468A-930B-60CFEEA9032A}" destId="{CDF88358-1E8F-42B8-B562-1EED32364876}" srcOrd="0" destOrd="0" presId="urn:microsoft.com/office/officeart/2005/8/layout/process1"/>
    <dgm:cxn modelId="{62226865-7F48-42BE-BC98-64238D62F0A0}" type="presOf" srcId="{CB632123-987C-4D0C-A414-7EB0FBD823E8}" destId="{38B098B9-E400-4BD2-A98F-7D0D0CE82F34}" srcOrd="0" destOrd="2" presId="urn:microsoft.com/office/officeart/2005/8/layout/process1"/>
    <dgm:cxn modelId="{17336546-A255-46D8-8437-2258E257BD86}" type="presOf" srcId="{A6859B20-0773-4DD0-B4F2-A6FE277085E8}" destId="{D33E3331-C44B-4F4F-A620-4ABAE40A1109}" srcOrd="1" destOrd="0" presId="urn:microsoft.com/office/officeart/2005/8/layout/process1"/>
    <dgm:cxn modelId="{A5DEAB48-FDB3-4A95-9D45-D0DDD099AB26}" srcId="{3A33201C-12ED-472D-93BB-24F89F34E848}" destId="{CB632123-987C-4D0C-A414-7EB0FBD823E8}" srcOrd="1" destOrd="0" parTransId="{DD3BF0F6-FF04-4510-A77F-62CBE1057ABA}" sibTransId="{E11D7CD5-2C5D-47D8-A44F-DC3A662B4D2F}"/>
    <dgm:cxn modelId="{8B3A316B-0818-43B2-B285-842EC77D4D22}" srcId="{76BFB749-5C31-4BC0-85A6-0504EDFA060B}" destId="{067A9FFE-47C3-499A-88F6-F5400B533A57}" srcOrd="0" destOrd="0" parTransId="{637482F3-B80E-4A23-9A54-A570FCFDE4DD}" sibTransId="{97202758-262D-4F9E-86EE-4C12C38B7B89}"/>
    <dgm:cxn modelId="{D5888174-391C-4624-BEF1-9B51001EF8AE}" type="presOf" srcId="{6EF9B5B5-83C1-45CC-8ABE-C4BCAFA1011E}" destId="{A52A6332-12FA-4C9D-8E68-75C48FC83CEF}" srcOrd="0" destOrd="2" presId="urn:microsoft.com/office/officeart/2005/8/layout/process1"/>
    <dgm:cxn modelId="{9B44C17F-9748-451A-9174-E86FE609CF76}" type="presOf" srcId="{36C67698-DCB2-4F07-877F-715870347103}" destId="{54796FEE-A275-4E9C-928D-BE1482C6F305}" srcOrd="0" destOrd="2" presId="urn:microsoft.com/office/officeart/2005/8/layout/process1"/>
    <dgm:cxn modelId="{206B4B81-0E26-4B6C-A520-607A07FEE3AE}" srcId="{E1DA5FDA-FD4A-4A35-8181-182899154730}" destId="{76BFB749-5C31-4BC0-85A6-0504EDFA060B}" srcOrd="2" destOrd="0" parTransId="{A6262C6B-BA86-4B26-879B-E99C19DCD786}" sibTransId="{A2C902B2-6F15-4FBE-A76C-3C7E0D08F6DE}"/>
    <dgm:cxn modelId="{DDA7AE88-DA80-4F5F-A694-FA4928A430E6}" srcId="{E1DA5FDA-FD4A-4A35-8181-182899154730}" destId="{CDAE75AE-E6F9-47EE-B555-AB854337CE86}" srcOrd="3" destOrd="0" parTransId="{F5738C20-5560-4F30-B67E-13BC99F4AF8C}" sibTransId="{FC2E48CC-EC27-4193-95A4-A8831C4778CE}"/>
    <dgm:cxn modelId="{A3FEFA89-7384-4A69-8DE4-203494E5A429}" srcId="{0F87E97D-0352-41D3-A223-70A14976E45C}" destId="{6EF9B5B5-83C1-45CC-8ABE-C4BCAFA1011E}" srcOrd="1" destOrd="0" parTransId="{3B8FF9E2-9D71-4C23-BD5A-57304BACBE74}" sibTransId="{6971A1F1-082E-49BC-B9A1-2AD27EFEFBFF}"/>
    <dgm:cxn modelId="{AC3B2BA6-3F97-47EB-8ACB-9D5AF38E95F9}" type="presOf" srcId="{067A9FFE-47C3-499A-88F6-F5400B533A57}" destId="{54796FEE-A275-4E9C-928D-BE1482C6F305}" srcOrd="0" destOrd="1" presId="urn:microsoft.com/office/officeart/2005/8/layout/process1"/>
    <dgm:cxn modelId="{743ED3AD-0837-4080-BC62-328D6174CC37}" type="presOf" srcId="{DDDD36CC-356E-44EC-99F0-8BD1ACEF96E7}" destId="{C741243B-9300-48DB-A356-1F13ECBCFEC6}" srcOrd="0" destOrd="1" presId="urn:microsoft.com/office/officeart/2005/8/layout/process1"/>
    <dgm:cxn modelId="{C240E1B2-35E9-44B2-BF32-A57303981FA2}" srcId="{CDAE75AE-E6F9-47EE-B555-AB854337CE86}" destId="{6A9444A5-B7F6-4B72-A2F5-9282A23776F9}" srcOrd="1" destOrd="0" parTransId="{E11944D3-AA3B-406E-A2F1-7FC25BD74881}" sibTransId="{20B0F4A5-5D8A-411E-B585-D80BE343BC70}"/>
    <dgm:cxn modelId="{5A5A72BB-77A9-4719-9900-747A1487C7FA}" srcId="{3A33201C-12ED-472D-93BB-24F89F34E848}" destId="{7C9C5EF7-ADB2-4830-8872-00B3D26E1C87}" srcOrd="0" destOrd="0" parTransId="{3F327621-8DED-469B-96C5-81A98F49683E}" sibTransId="{88C5EDCC-B021-4E4B-881D-512A1C99D6C5}"/>
    <dgm:cxn modelId="{05A567C0-712B-42F7-A81E-0E6CA03AE037}" type="presOf" srcId="{53E6ECB8-073F-468A-930B-60CFEEA9032A}" destId="{084F399A-032F-41B7-8323-64263EFE22B8}" srcOrd="1" destOrd="0" presId="urn:microsoft.com/office/officeart/2005/8/layout/process1"/>
    <dgm:cxn modelId="{4E8913CC-BD3A-45F7-AA9C-CE7A2244AE8D}" type="presOf" srcId="{BE372B21-771E-4C3C-826C-B8EA78BD7441}" destId="{A52A6332-12FA-4C9D-8E68-75C48FC83CEF}" srcOrd="0" destOrd="1" presId="urn:microsoft.com/office/officeart/2005/8/layout/process1"/>
    <dgm:cxn modelId="{45B530CE-1E08-44DE-ADE5-BFC5F43F14EE}" type="presOf" srcId="{CDAE75AE-E6F9-47EE-B555-AB854337CE86}" destId="{C741243B-9300-48DB-A356-1F13ECBCFEC6}" srcOrd="0" destOrd="0" presId="urn:microsoft.com/office/officeart/2005/8/layout/process1"/>
    <dgm:cxn modelId="{32A375E0-AE5F-4878-90F0-377728C3F94B}" srcId="{0F87E97D-0352-41D3-A223-70A14976E45C}" destId="{BE372B21-771E-4C3C-826C-B8EA78BD7441}" srcOrd="0" destOrd="0" parTransId="{E0CC3E27-D0EA-417B-8B04-4D04E653E923}" sibTransId="{7530F299-94C4-475B-8E9D-8B035ED9D873}"/>
    <dgm:cxn modelId="{A4897CE4-67A2-403B-9F4C-76D15EBD7BFF}" srcId="{E1DA5FDA-FD4A-4A35-8181-182899154730}" destId="{3A33201C-12ED-472D-93BB-24F89F34E848}" srcOrd="1" destOrd="0" parTransId="{874B4553-4A04-4F94-AB61-E65F32A7BFAE}" sibTransId="{A6859B20-0773-4DD0-B4F2-A6FE277085E8}"/>
    <dgm:cxn modelId="{23182AF3-8239-4326-8C63-E45886490185}" type="presOf" srcId="{A6859B20-0773-4DD0-B4F2-A6FE277085E8}" destId="{EB8DC659-EF99-4B2A-B4C4-541D50219CEA}" srcOrd="0" destOrd="0" presId="urn:microsoft.com/office/officeart/2005/8/layout/process1"/>
    <dgm:cxn modelId="{1235CDF9-1A7D-45FD-9517-68B4AE1FC242}" type="presOf" srcId="{E1DA5FDA-FD4A-4A35-8181-182899154730}" destId="{5063F3C5-D356-44ED-8468-9A7E6441AFDB}" srcOrd="0" destOrd="0" presId="urn:microsoft.com/office/officeart/2005/8/layout/process1"/>
    <dgm:cxn modelId="{23A527B8-DC14-4FC2-A400-A99C7A95D952}" type="presParOf" srcId="{5063F3C5-D356-44ED-8468-9A7E6441AFDB}" destId="{A52A6332-12FA-4C9D-8E68-75C48FC83CEF}" srcOrd="0" destOrd="0" presId="urn:microsoft.com/office/officeart/2005/8/layout/process1"/>
    <dgm:cxn modelId="{D6EE4AD9-D0CF-4F8B-8241-6DB838D5D9B3}" type="presParOf" srcId="{5063F3C5-D356-44ED-8468-9A7E6441AFDB}" destId="{CDF88358-1E8F-42B8-B562-1EED32364876}" srcOrd="1" destOrd="0" presId="urn:microsoft.com/office/officeart/2005/8/layout/process1"/>
    <dgm:cxn modelId="{56DB883E-F81D-453B-8E13-4EABD3CB9344}" type="presParOf" srcId="{CDF88358-1E8F-42B8-B562-1EED32364876}" destId="{084F399A-032F-41B7-8323-64263EFE22B8}" srcOrd="0" destOrd="0" presId="urn:microsoft.com/office/officeart/2005/8/layout/process1"/>
    <dgm:cxn modelId="{763C1129-FF69-4C83-9315-31B749E53309}" type="presParOf" srcId="{5063F3C5-D356-44ED-8468-9A7E6441AFDB}" destId="{38B098B9-E400-4BD2-A98F-7D0D0CE82F34}" srcOrd="2" destOrd="0" presId="urn:microsoft.com/office/officeart/2005/8/layout/process1"/>
    <dgm:cxn modelId="{9D24BB95-AFB1-49E2-AEF1-EAE562E591E1}" type="presParOf" srcId="{5063F3C5-D356-44ED-8468-9A7E6441AFDB}" destId="{EB8DC659-EF99-4B2A-B4C4-541D50219CEA}" srcOrd="3" destOrd="0" presId="urn:microsoft.com/office/officeart/2005/8/layout/process1"/>
    <dgm:cxn modelId="{C01F40A3-5EBE-468F-815B-225109BBAFD1}" type="presParOf" srcId="{EB8DC659-EF99-4B2A-B4C4-541D50219CEA}" destId="{D33E3331-C44B-4F4F-A620-4ABAE40A1109}" srcOrd="0" destOrd="0" presId="urn:microsoft.com/office/officeart/2005/8/layout/process1"/>
    <dgm:cxn modelId="{E3EE7CD1-8A1B-4C7E-9B16-48C8C9777A4B}" type="presParOf" srcId="{5063F3C5-D356-44ED-8468-9A7E6441AFDB}" destId="{54796FEE-A275-4E9C-928D-BE1482C6F305}" srcOrd="4" destOrd="0" presId="urn:microsoft.com/office/officeart/2005/8/layout/process1"/>
    <dgm:cxn modelId="{493E8700-44CE-41E1-8A89-DE4A0C904D6A}" type="presParOf" srcId="{5063F3C5-D356-44ED-8468-9A7E6441AFDB}" destId="{42038610-4E53-47FE-A2F1-7ECCFBB8768E}" srcOrd="5" destOrd="0" presId="urn:microsoft.com/office/officeart/2005/8/layout/process1"/>
    <dgm:cxn modelId="{C3412DA5-FED2-4108-8C4C-BDBA8D7FB531}" type="presParOf" srcId="{42038610-4E53-47FE-A2F1-7ECCFBB8768E}" destId="{CF70E9C6-6D72-4001-9FCA-7C34E7AC6791}" srcOrd="0" destOrd="0" presId="urn:microsoft.com/office/officeart/2005/8/layout/process1"/>
    <dgm:cxn modelId="{83AFCE40-BBC1-49DB-8454-05810B1A6465}" type="presParOf" srcId="{5063F3C5-D356-44ED-8468-9A7E6441AFDB}" destId="{C741243B-9300-48DB-A356-1F13ECBCFEC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7A6FD3-3CF0-4C98-9B3C-DE0AB1DF16DB}" type="doc">
      <dgm:prSet loTypeId="urn:microsoft.com/office/officeart/2005/8/layout/vList5" loCatId="list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B3E67076-5B91-49A0-BE70-0CA0468AA2E6}">
      <dgm:prSet phldrT="[Text]" phldr="0" custT="1"/>
      <dgm:spPr/>
      <dgm:t>
        <a:bodyPr/>
        <a:lstStyle/>
        <a:p>
          <a:r>
            <a:rPr lang="en-IN" sz="1600" b="1" dirty="0"/>
            <a:t>Access List</a:t>
          </a:r>
        </a:p>
      </dgm:t>
    </dgm:pt>
    <dgm:pt modelId="{D0FF2702-A620-4E71-8FEA-8C6F95DFB934}" type="parTrans" cxnId="{4D7366EB-4789-494F-8E6C-2B04D0141330}">
      <dgm:prSet/>
      <dgm:spPr/>
      <dgm:t>
        <a:bodyPr/>
        <a:lstStyle/>
        <a:p>
          <a:endParaRPr lang="en-IN" sz="1600"/>
        </a:p>
      </dgm:t>
    </dgm:pt>
    <dgm:pt modelId="{46C0BBA5-A413-4EFC-9D28-7520EDF09B84}" type="sibTrans" cxnId="{4D7366EB-4789-494F-8E6C-2B04D0141330}">
      <dgm:prSet/>
      <dgm:spPr/>
      <dgm:t>
        <a:bodyPr/>
        <a:lstStyle/>
        <a:p>
          <a:endParaRPr lang="en-IN" sz="1600"/>
        </a:p>
      </dgm:t>
    </dgm:pt>
    <dgm:pt modelId="{3CA282BD-81CF-4298-BDC8-C1BB0990AE92}">
      <dgm:prSet phldrT="[Text]" phldr="0" custT="1"/>
      <dgm:spPr/>
      <dgm:t>
        <a:bodyPr/>
        <a:lstStyle/>
        <a:p>
          <a:r>
            <a:rPr lang="en-IN" sz="1600" b="1" dirty="0"/>
            <a:t>Verify Quality</a:t>
          </a:r>
        </a:p>
      </dgm:t>
    </dgm:pt>
    <dgm:pt modelId="{32BD7675-8136-4429-B912-539F567CF397}" type="parTrans" cxnId="{ED659690-D9B7-4EBA-8D2F-118FFD0262A2}">
      <dgm:prSet/>
      <dgm:spPr/>
      <dgm:t>
        <a:bodyPr/>
        <a:lstStyle/>
        <a:p>
          <a:endParaRPr lang="en-IN" sz="1600"/>
        </a:p>
      </dgm:t>
    </dgm:pt>
    <dgm:pt modelId="{4E400115-42A3-42CC-BAC8-F0E16E2EDD97}" type="sibTrans" cxnId="{ED659690-D9B7-4EBA-8D2F-118FFD0262A2}">
      <dgm:prSet/>
      <dgm:spPr/>
      <dgm:t>
        <a:bodyPr/>
        <a:lstStyle/>
        <a:p>
          <a:endParaRPr lang="en-IN" sz="1600"/>
        </a:p>
      </dgm:t>
    </dgm:pt>
    <dgm:pt modelId="{45F0D5CB-A24F-4F7B-8AE9-5768AD0F97B7}">
      <dgm:prSet phldrT="[Text]" phldr="0" custT="1"/>
      <dgm:spPr/>
      <dgm:t>
        <a:bodyPr/>
        <a:lstStyle/>
        <a:p>
          <a:r>
            <a:rPr lang="en-IN" sz="1600" b="1" dirty="0"/>
            <a:t>Submit Ask/Bid</a:t>
          </a:r>
        </a:p>
      </dgm:t>
    </dgm:pt>
    <dgm:pt modelId="{2ADA74A0-AB70-400C-8320-1F8A1D3444D9}" type="parTrans" cxnId="{73086A6D-6005-4768-8658-0F06349E9286}">
      <dgm:prSet/>
      <dgm:spPr/>
      <dgm:t>
        <a:bodyPr/>
        <a:lstStyle/>
        <a:p>
          <a:endParaRPr lang="en-IN" sz="1600"/>
        </a:p>
      </dgm:t>
    </dgm:pt>
    <dgm:pt modelId="{ECC08F62-F15A-4774-A57C-CD44DC6F1348}" type="sibTrans" cxnId="{73086A6D-6005-4768-8658-0F06349E9286}">
      <dgm:prSet/>
      <dgm:spPr/>
      <dgm:t>
        <a:bodyPr/>
        <a:lstStyle/>
        <a:p>
          <a:endParaRPr lang="en-IN" sz="1600"/>
        </a:p>
      </dgm:t>
    </dgm:pt>
    <dgm:pt modelId="{EB764C84-4EC4-42C2-9512-5052E19634B5}">
      <dgm:prSet phldrT="[Text]" phldr="0" custT="1"/>
      <dgm:spPr/>
      <dgm:t>
        <a:bodyPr/>
        <a:lstStyle/>
        <a:p>
          <a:r>
            <a:rPr lang="en-IN" sz="1600" b="1" dirty="0"/>
            <a:t>Batch Auction Matches</a:t>
          </a:r>
        </a:p>
      </dgm:t>
    </dgm:pt>
    <dgm:pt modelId="{DE5489C8-ABB2-4848-A071-FC8EDBFBF6DE}" type="parTrans" cxnId="{61D07D3E-BE26-408B-B1F6-801280654E49}">
      <dgm:prSet/>
      <dgm:spPr/>
      <dgm:t>
        <a:bodyPr/>
        <a:lstStyle/>
        <a:p>
          <a:endParaRPr lang="en-IN" sz="1600"/>
        </a:p>
      </dgm:t>
    </dgm:pt>
    <dgm:pt modelId="{6CF35B43-A1AC-45CF-B99E-70DE1BE71FBA}" type="sibTrans" cxnId="{61D07D3E-BE26-408B-B1F6-801280654E49}">
      <dgm:prSet/>
      <dgm:spPr/>
      <dgm:t>
        <a:bodyPr/>
        <a:lstStyle/>
        <a:p>
          <a:endParaRPr lang="en-IN" sz="1600"/>
        </a:p>
      </dgm:t>
    </dgm:pt>
    <dgm:pt modelId="{053B33CF-318B-4E51-AAD4-1346A803A9ED}">
      <dgm:prSet phldrT="[Text]" phldr="0" custT="1"/>
      <dgm:spPr/>
      <dgm:t>
        <a:bodyPr/>
        <a:lstStyle/>
        <a:p>
          <a:r>
            <a:rPr lang="en-IN" sz="1600" b="1" dirty="0"/>
            <a:t>Pooling</a:t>
          </a:r>
        </a:p>
      </dgm:t>
    </dgm:pt>
    <dgm:pt modelId="{5B95ED61-774C-4920-B46F-71FAC0895C12}" type="parTrans" cxnId="{E4BD071E-331E-469F-9269-6303F87B972D}">
      <dgm:prSet/>
      <dgm:spPr/>
      <dgm:t>
        <a:bodyPr/>
        <a:lstStyle/>
        <a:p>
          <a:endParaRPr lang="en-IN" sz="1600"/>
        </a:p>
      </dgm:t>
    </dgm:pt>
    <dgm:pt modelId="{559F9878-5480-4A91-A727-B9564D8CD754}" type="sibTrans" cxnId="{E4BD071E-331E-469F-9269-6303F87B972D}">
      <dgm:prSet/>
      <dgm:spPr/>
      <dgm:t>
        <a:bodyPr/>
        <a:lstStyle/>
        <a:p>
          <a:endParaRPr lang="en-IN" sz="1600"/>
        </a:p>
      </dgm:t>
    </dgm:pt>
    <dgm:pt modelId="{F6D59B67-DB8D-4962-AF7E-B505482C22A8}">
      <dgm:prSet phldrT="[Text]" phldr="0" custT="1"/>
      <dgm:spPr/>
      <dgm:t>
        <a:bodyPr/>
        <a:lstStyle/>
        <a:p>
          <a:r>
            <a:rPr lang="en-IN" sz="1600" b="1" dirty="0"/>
            <a:t>Settle Payment</a:t>
          </a:r>
        </a:p>
      </dgm:t>
    </dgm:pt>
    <dgm:pt modelId="{D20F21C5-3219-451D-81A3-DA37944E29CA}" type="parTrans" cxnId="{8845E548-7C52-43AD-A03A-A0150D00D2EB}">
      <dgm:prSet/>
      <dgm:spPr/>
      <dgm:t>
        <a:bodyPr/>
        <a:lstStyle/>
        <a:p>
          <a:endParaRPr lang="en-IN" sz="1600"/>
        </a:p>
      </dgm:t>
    </dgm:pt>
    <dgm:pt modelId="{EF2FD011-209B-4D2F-B34A-BEA05D478FBF}" type="sibTrans" cxnId="{8845E548-7C52-43AD-A03A-A0150D00D2EB}">
      <dgm:prSet/>
      <dgm:spPr/>
      <dgm:t>
        <a:bodyPr/>
        <a:lstStyle/>
        <a:p>
          <a:endParaRPr lang="en-IN" sz="1600"/>
        </a:p>
      </dgm:t>
    </dgm:pt>
    <dgm:pt modelId="{4FF993C0-D045-4668-BA8B-3F143969687C}">
      <dgm:prSet phldrT="[Text]" phldr="0" custT="1"/>
      <dgm:spPr/>
      <dgm:t>
        <a:bodyPr/>
        <a:lstStyle/>
        <a:p>
          <a:pPr algn="ctr">
            <a:buNone/>
          </a:pPr>
          <a:r>
            <a:rPr lang="en-IN" sz="1400" b="0" dirty="0"/>
            <a:t>Kiosk System for better reach</a:t>
          </a:r>
        </a:p>
      </dgm:t>
    </dgm:pt>
    <dgm:pt modelId="{777F6F25-E781-43A3-9A56-E0ED66F85EC9}" type="parTrans" cxnId="{2ED182F3-D243-45B7-9E9C-7432C1C2A601}">
      <dgm:prSet/>
      <dgm:spPr/>
      <dgm:t>
        <a:bodyPr/>
        <a:lstStyle/>
        <a:p>
          <a:endParaRPr lang="en-IN"/>
        </a:p>
      </dgm:t>
    </dgm:pt>
    <dgm:pt modelId="{7A29C0FB-6A87-4E81-96E4-CBECED398A96}" type="sibTrans" cxnId="{2ED182F3-D243-45B7-9E9C-7432C1C2A601}">
      <dgm:prSet/>
      <dgm:spPr/>
      <dgm:t>
        <a:bodyPr/>
        <a:lstStyle/>
        <a:p>
          <a:endParaRPr lang="en-IN"/>
        </a:p>
      </dgm:t>
    </dgm:pt>
    <dgm:pt modelId="{FC8D4C37-3CF1-40BE-A1F6-E5D947828DD6}">
      <dgm:prSet phldrT="[Text]" phldr="0" custT="1"/>
      <dgm:spPr/>
      <dgm:t>
        <a:bodyPr/>
        <a:lstStyle/>
        <a:p>
          <a:pPr algn="ctr">
            <a:buNone/>
          </a:pPr>
          <a:r>
            <a:rPr lang="en-IN" sz="1400" b="0" dirty="0"/>
            <a:t>AI Grading along with official certificate check </a:t>
          </a:r>
        </a:p>
      </dgm:t>
    </dgm:pt>
    <dgm:pt modelId="{6ACF1DF6-0883-4330-8F79-18E5776F4655}" type="parTrans" cxnId="{78DCC175-C55E-4724-BA05-76C1D0EDED64}">
      <dgm:prSet/>
      <dgm:spPr/>
      <dgm:t>
        <a:bodyPr/>
        <a:lstStyle/>
        <a:p>
          <a:endParaRPr lang="en-IN"/>
        </a:p>
      </dgm:t>
    </dgm:pt>
    <dgm:pt modelId="{E695C362-22C9-4AF2-A314-CD6D162769B0}" type="sibTrans" cxnId="{78DCC175-C55E-4724-BA05-76C1D0EDED64}">
      <dgm:prSet/>
      <dgm:spPr/>
      <dgm:t>
        <a:bodyPr/>
        <a:lstStyle/>
        <a:p>
          <a:endParaRPr lang="en-IN"/>
        </a:p>
      </dgm:t>
    </dgm:pt>
    <dgm:pt modelId="{86466148-28DD-4280-A14A-7811B540B79D}">
      <dgm:prSet phldrT="[Text]" phldr="0" custT="1"/>
      <dgm:spPr/>
      <dgm:t>
        <a:bodyPr/>
        <a:lstStyle/>
        <a:p>
          <a:pPr algn="ctr">
            <a:buNone/>
          </a:pPr>
          <a:r>
            <a:rPr lang="en-IN" sz="1400" b="0" dirty="0"/>
            <a:t>Farmer Sets Asks, Buyer Sets Bid</a:t>
          </a:r>
        </a:p>
      </dgm:t>
    </dgm:pt>
    <dgm:pt modelId="{3249A595-E297-47B4-84D8-A3201B9E05D4}" type="parTrans" cxnId="{258718B9-F153-4B00-A962-BEBA7160E0B8}">
      <dgm:prSet/>
      <dgm:spPr/>
      <dgm:t>
        <a:bodyPr/>
        <a:lstStyle/>
        <a:p>
          <a:endParaRPr lang="en-IN"/>
        </a:p>
      </dgm:t>
    </dgm:pt>
    <dgm:pt modelId="{6EDA54A3-1549-4C9D-9E39-B1079CCEF30B}" type="sibTrans" cxnId="{258718B9-F153-4B00-A962-BEBA7160E0B8}">
      <dgm:prSet/>
      <dgm:spPr/>
      <dgm:t>
        <a:bodyPr/>
        <a:lstStyle/>
        <a:p>
          <a:endParaRPr lang="en-IN"/>
        </a:p>
      </dgm:t>
    </dgm:pt>
    <dgm:pt modelId="{D7BB0ED7-B0CB-4416-BE5D-6D715BA298BF}">
      <dgm:prSet phldrT="[Text]" phldr="0" custT="1"/>
      <dgm:spPr/>
      <dgm:t>
        <a:bodyPr/>
        <a:lstStyle/>
        <a:p>
          <a:pPr algn="ctr">
            <a:buNone/>
          </a:pPr>
          <a:r>
            <a:rPr lang="en-IN" sz="1400" b="0" dirty="0"/>
            <a:t>Runs at fixed intervals</a:t>
          </a:r>
        </a:p>
      </dgm:t>
    </dgm:pt>
    <dgm:pt modelId="{99607A60-5832-4DEB-B62A-7D8005FA8457}" type="parTrans" cxnId="{50922F2F-702E-4058-BE9F-0300423D973D}">
      <dgm:prSet/>
      <dgm:spPr/>
      <dgm:t>
        <a:bodyPr/>
        <a:lstStyle/>
        <a:p>
          <a:endParaRPr lang="en-IN"/>
        </a:p>
      </dgm:t>
    </dgm:pt>
    <dgm:pt modelId="{5AA0F8E7-B530-4EE1-A77F-5348DAA0B9AF}" type="sibTrans" cxnId="{50922F2F-702E-4058-BE9F-0300423D973D}">
      <dgm:prSet/>
      <dgm:spPr/>
      <dgm:t>
        <a:bodyPr/>
        <a:lstStyle/>
        <a:p>
          <a:endParaRPr lang="en-IN"/>
        </a:p>
      </dgm:t>
    </dgm:pt>
    <dgm:pt modelId="{21918E66-4C28-412D-BFDE-7B93422FDB14}">
      <dgm:prSet phldrT="[Text]" phldr="0" custT="1"/>
      <dgm:spPr/>
      <dgm:t>
        <a:bodyPr/>
        <a:lstStyle/>
        <a:p>
          <a:pPr algn="ctr">
            <a:buNone/>
          </a:pPr>
          <a:r>
            <a:rPr lang="en-IN" sz="1400" b="0" dirty="0"/>
            <a:t>Combines Consenting Farmers</a:t>
          </a:r>
        </a:p>
      </dgm:t>
    </dgm:pt>
    <dgm:pt modelId="{16EB77BA-EBBC-44EC-A26A-B4AE062BBBE5}" type="parTrans" cxnId="{034E53B4-0F17-475E-9EC7-0FE2136958FA}">
      <dgm:prSet/>
      <dgm:spPr/>
      <dgm:t>
        <a:bodyPr/>
        <a:lstStyle/>
        <a:p>
          <a:endParaRPr lang="en-IN"/>
        </a:p>
      </dgm:t>
    </dgm:pt>
    <dgm:pt modelId="{3F6B008F-D7FE-456B-A7E6-20D618FE91B5}" type="sibTrans" cxnId="{034E53B4-0F17-475E-9EC7-0FE2136958FA}">
      <dgm:prSet/>
      <dgm:spPr/>
      <dgm:t>
        <a:bodyPr/>
        <a:lstStyle/>
        <a:p>
          <a:endParaRPr lang="en-IN"/>
        </a:p>
      </dgm:t>
    </dgm:pt>
    <dgm:pt modelId="{6D01695F-00D5-46D2-8E00-352A736D222C}">
      <dgm:prSet phldrT="[Text]" phldr="0" custT="1"/>
      <dgm:spPr/>
      <dgm:t>
        <a:bodyPr/>
        <a:lstStyle/>
        <a:p>
          <a:pPr algn="ctr">
            <a:buNone/>
          </a:pPr>
          <a:r>
            <a:rPr lang="en-IN" sz="1400" b="0" dirty="0"/>
            <a:t>Traceable per-farmer payout</a:t>
          </a:r>
        </a:p>
      </dgm:t>
    </dgm:pt>
    <dgm:pt modelId="{A821E60A-9CC4-4272-8229-63C2B2452315}" type="parTrans" cxnId="{A1D073A6-23F8-4754-B0D5-FF049AB1C2F6}">
      <dgm:prSet/>
      <dgm:spPr/>
      <dgm:t>
        <a:bodyPr/>
        <a:lstStyle/>
        <a:p>
          <a:endParaRPr lang="en-IN"/>
        </a:p>
      </dgm:t>
    </dgm:pt>
    <dgm:pt modelId="{41E6E800-2E9E-4332-8C45-9C3B8D6D37B5}" type="sibTrans" cxnId="{A1D073A6-23F8-4754-B0D5-FF049AB1C2F6}">
      <dgm:prSet/>
      <dgm:spPr/>
      <dgm:t>
        <a:bodyPr/>
        <a:lstStyle/>
        <a:p>
          <a:endParaRPr lang="en-IN"/>
        </a:p>
      </dgm:t>
    </dgm:pt>
    <dgm:pt modelId="{7D569D34-68BD-402E-BABC-309DE3953974}" type="pres">
      <dgm:prSet presAssocID="{B37A6FD3-3CF0-4C98-9B3C-DE0AB1DF16DB}" presName="Name0" presStyleCnt="0">
        <dgm:presLayoutVars>
          <dgm:dir/>
          <dgm:animLvl val="lvl"/>
          <dgm:resizeHandles val="exact"/>
        </dgm:presLayoutVars>
      </dgm:prSet>
      <dgm:spPr/>
    </dgm:pt>
    <dgm:pt modelId="{931F31BF-876A-4375-9420-8EE4119A546C}" type="pres">
      <dgm:prSet presAssocID="{B3E67076-5B91-49A0-BE70-0CA0468AA2E6}" presName="linNode" presStyleCnt="0"/>
      <dgm:spPr/>
    </dgm:pt>
    <dgm:pt modelId="{DCFA8F79-BC3C-475E-9BD5-013C878109C7}" type="pres">
      <dgm:prSet presAssocID="{B3E67076-5B91-49A0-BE70-0CA0468AA2E6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A15FD792-9266-4C94-BF04-370BCF5F2D9F}" type="pres">
      <dgm:prSet presAssocID="{B3E67076-5B91-49A0-BE70-0CA0468AA2E6}" presName="descendantText" presStyleLbl="alignAccFollowNode1" presStyleIdx="0" presStyleCnt="6">
        <dgm:presLayoutVars>
          <dgm:bulletEnabled val="1"/>
        </dgm:presLayoutVars>
      </dgm:prSet>
      <dgm:spPr/>
    </dgm:pt>
    <dgm:pt modelId="{532D5B2F-9BAC-47F6-8B90-28CDC57235EF}" type="pres">
      <dgm:prSet presAssocID="{46C0BBA5-A413-4EFC-9D28-7520EDF09B84}" presName="sp" presStyleCnt="0"/>
      <dgm:spPr/>
    </dgm:pt>
    <dgm:pt modelId="{FA822D4F-B265-437A-AF3E-8F8313702702}" type="pres">
      <dgm:prSet presAssocID="{3CA282BD-81CF-4298-BDC8-C1BB0990AE92}" presName="linNode" presStyleCnt="0"/>
      <dgm:spPr/>
    </dgm:pt>
    <dgm:pt modelId="{21CF5DA6-06AA-4E78-896C-DD7CA54D9488}" type="pres">
      <dgm:prSet presAssocID="{3CA282BD-81CF-4298-BDC8-C1BB0990AE92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D565AEAE-60DF-4120-9032-24434E39D7A0}" type="pres">
      <dgm:prSet presAssocID="{3CA282BD-81CF-4298-BDC8-C1BB0990AE92}" presName="descendantText" presStyleLbl="alignAccFollowNode1" presStyleIdx="1" presStyleCnt="6">
        <dgm:presLayoutVars>
          <dgm:bulletEnabled val="1"/>
        </dgm:presLayoutVars>
      </dgm:prSet>
      <dgm:spPr/>
    </dgm:pt>
    <dgm:pt modelId="{29579A03-FC70-4F57-AA7F-01FC56F96D7C}" type="pres">
      <dgm:prSet presAssocID="{4E400115-42A3-42CC-BAC8-F0E16E2EDD97}" presName="sp" presStyleCnt="0"/>
      <dgm:spPr/>
    </dgm:pt>
    <dgm:pt modelId="{D7A704D3-5A78-4F49-89EB-2160CF24ECE8}" type="pres">
      <dgm:prSet presAssocID="{45F0D5CB-A24F-4F7B-8AE9-5768AD0F97B7}" presName="linNode" presStyleCnt="0"/>
      <dgm:spPr/>
    </dgm:pt>
    <dgm:pt modelId="{B9779248-9D77-4B38-81E3-BE0F6E359309}" type="pres">
      <dgm:prSet presAssocID="{45F0D5CB-A24F-4F7B-8AE9-5768AD0F97B7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E96D897D-CEE2-4CF6-AA30-AAD755BD80FF}" type="pres">
      <dgm:prSet presAssocID="{45F0D5CB-A24F-4F7B-8AE9-5768AD0F97B7}" presName="descendantText" presStyleLbl="alignAccFollowNode1" presStyleIdx="2" presStyleCnt="6">
        <dgm:presLayoutVars>
          <dgm:bulletEnabled val="1"/>
        </dgm:presLayoutVars>
      </dgm:prSet>
      <dgm:spPr/>
    </dgm:pt>
    <dgm:pt modelId="{C11D1A19-693B-4472-AEDB-F6B0047EDB12}" type="pres">
      <dgm:prSet presAssocID="{ECC08F62-F15A-4774-A57C-CD44DC6F1348}" presName="sp" presStyleCnt="0"/>
      <dgm:spPr/>
    </dgm:pt>
    <dgm:pt modelId="{34666D1C-B106-46C5-8CB2-68CA8447B890}" type="pres">
      <dgm:prSet presAssocID="{EB764C84-4EC4-42C2-9512-5052E19634B5}" presName="linNode" presStyleCnt="0"/>
      <dgm:spPr/>
    </dgm:pt>
    <dgm:pt modelId="{29E0399E-8D29-458A-8860-B2F5E9992752}" type="pres">
      <dgm:prSet presAssocID="{EB764C84-4EC4-42C2-9512-5052E19634B5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CFEC8671-D847-46BA-98BB-8EB536A97C7F}" type="pres">
      <dgm:prSet presAssocID="{EB764C84-4EC4-42C2-9512-5052E19634B5}" presName="descendantText" presStyleLbl="alignAccFollowNode1" presStyleIdx="3" presStyleCnt="6" custLinFactNeighborY="-4745">
        <dgm:presLayoutVars>
          <dgm:bulletEnabled val="1"/>
        </dgm:presLayoutVars>
      </dgm:prSet>
      <dgm:spPr/>
    </dgm:pt>
    <dgm:pt modelId="{9413F213-B1D8-41CA-8735-C757BC035274}" type="pres">
      <dgm:prSet presAssocID="{6CF35B43-A1AC-45CF-B99E-70DE1BE71FBA}" presName="sp" presStyleCnt="0"/>
      <dgm:spPr/>
    </dgm:pt>
    <dgm:pt modelId="{39777101-3E3F-49F0-BCB3-EB639C2D69B0}" type="pres">
      <dgm:prSet presAssocID="{053B33CF-318B-4E51-AAD4-1346A803A9ED}" presName="linNode" presStyleCnt="0"/>
      <dgm:spPr/>
    </dgm:pt>
    <dgm:pt modelId="{CB7BC009-B27F-41B7-8F63-E5E348B2721E}" type="pres">
      <dgm:prSet presAssocID="{053B33CF-318B-4E51-AAD4-1346A803A9ED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6BCC6BB4-63EE-42D8-B488-162C9A31A106}" type="pres">
      <dgm:prSet presAssocID="{053B33CF-318B-4E51-AAD4-1346A803A9ED}" presName="descendantText" presStyleLbl="alignAccFollowNode1" presStyleIdx="4" presStyleCnt="6">
        <dgm:presLayoutVars>
          <dgm:bulletEnabled val="1"/>
        </dgm:presLayoutVars>
      </dgm:prSet>
      <dgm:spPr/>
    </dgm:pt>
    <dgm:pt modelId="{BC44FDB3-C1C8-4C47-ACA2-6589CED9EC4B}" type="pres">
      <dgm:prSet presAssocID="{559F9878-5480-4A91-A727-B9564D8CD754}" presName="sp" presStyleCnt="0"/>
      <dgm:spPr/>
    </dgm:pt>
    <dgm:pt modelId="{2BEACF04-14CB-44C9-9155-03650851E989}" type="pres">
      <dgm:prSet presAssocID="{F6D59B67-DB8D-4962-AF7E-B505482C22A8}" presName="linNode" presStyleCnt="0"/>
      <dgm:spPr/>
    </dgm:pt>
    <dgm:pt modelId="{7F89B8B8-BAD1-41FE-9440-5DE496E13EB7}" type="pres">
      <dgm:prSet presAssocID="{F6D59B67-DB8D-4962-AF7E-B505482C22A8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57CCE142-B628-4121-A219-04A09C491603}" type="pres">
      <dgm:prSet presAssocID="{F6D59B67-DB8D-4962-AF7E-B505482C22A8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A3709005-9748-44E2-BE68-71E8A29BA557}" type="presOf" srcId="{D7BB0ED7-B0CB-4416-BE5D-6D715BA298BF}" destId="{CFEC8671-D847-46BA-98BB-8EB536A97C7F}" srcOrd="0" destOrd="0" presId="urn:microsoft.com/office/officeart/2005/8/layout/vList5"/>
    <dgm:cxn modelId="{E4BD071E-331E-469F-9269-6303F87B972D}" srcId="{B37A6FD3-3CF0-4C98-9B3C-DE0AB1DF16DB}" destId="{053B33CF-318B-4E51-AAD4-1346A803A9ED}" srcOrd="4" destOrd="0" parTransId="{5B95ED61-774C-4920-B46F-71FAC0895C12}" sibTransId="{559F9878-5480-4A91-A727-B9564D8CD754}"/>
    <dgm:cxn modelId="{50922F2F-702E-4058-BE9F-0300423D973D}" srcId="{EB764C84-4EC4-42C2-9512-5052E19634B5}" destId="{D7BB0ED7-B0CB-4416-BE5D-6D715BA298BF}" srcOrd="0" destOrd="0" parTransId="{99607A60-5832-4DEB-B62A-7D8005FA8457}" sibTransId="{5AA0F8E7-B530-4EE1-A77F-5348DAA0B9AF}"/>
    <dgm:cxn modelId="{61D07D3E-BE26-408B-B1F6-801280654E49}" srcId="{B37A6FD3-3CF0-4C98-9B3C-DE0AB1DF16DB}" destId="{EB764C84-4EC4-42C2-9512-5052E19634B5}" srcOrd="3" destOrd="0" parTransId="{DE5489C8-ABB2-4848-A071-FC8EDBFBF6DE}" sibTransId="{6CF35B43-A1AC-45CF-B99E-70DE1BE71FBA}"/>
    <dgm:cxn modelId="{C13E6540-722D-4E15-9DD3-7288271DAABF}" type="presOf" srcId="{6D01695F-00D5-46D2-8E00-352A736D222C}" destId="{57CCE142-B628-4121-A219-04A09C491603}" srcOrd="0" destOrd="0" presId="urn:microsoft.com/office/officeart/2005/8/layout/vList5"/>
    <dgm:cxn modelId="{8C4D2D67-1D49-4709-8CBB-F0E2E88E8925}" type="presOf" srcId="{3CA282BD-81CF-4298-BDC8-C1BB0990AE92}" destId="{21CF5DA6-06AA-4E78-896C-DD7CA54D9488}" srcOrd="0" destOrd="0" presId="urn:microsoft.com/office/officeart/2005/8/layout/vList5"/>
    <dgm:cxn modelId="{3D299A68-4521-4249-94E2-79D1EB70D923}" type="presOf" srcId="{B3E67076-5B91-49A0-BE70-0CA0468AA2E6}" destId="{DCFA8F79-BC3C-475E-9BD5-013C878109C7}" srcOrd="0" destOrd="0" presId="urn:microsoft.com/office/officeart/2005/8/layout/vList5"/>
    <dgm:cxn modelId="{F3B1E468-E478-48E3-8E0B-C804F11708B2}" type="presOf" srcId="{F6D59B67-DB8D-4962-AF7E-B505482C22A8}" destId="{7F89B8B8-BAD1-41FE-9440-5DE496E13EB7}" srcOrd="0" destOrd="0" presId="urn:microsoft.com/office/officeart/2005/8/layout/vList5"/>
    <dgm:cxn modelId="{8845E548-7C52-43AD-A03A-A0150D00D2EB}" srcId="{B37A6FD3-3CF0-4C98-9B3C-DE0AB1DF16DB}" destId="{F6D59B67-DB8D-4962-AF7E-B505482C22A8}" srcOrd="5" destOrd="0" parTransId="{D20F21C5-3219-451D-81A3-DA37944E29CA}" sibTransId="{EF2FD011-209B-4D2F-B34A-BEA05D478FBF}"/>
    <dgm:cxn modelId="{73086A6D-6005-4768-8658-0F06349E9286}" srcId="{B37A6FD3-3CF0-4C98-9B3C-DE0AB1DF16DB}" destId="{45F0D5CB-A24F-4F7B-8AE9-5768AD0F97B7}" srcOrd="2" destOrd="0" parTransId="{2ADA74A0-AB70-400C-8320-1F8A1D3444D9}" sibTransId="{ECC08F62-F15A-4774-A57C-CD44DC6F1348}"/>
    <dgm:cxn modelId="{78DCC175-C55E-4724-BA05-76C1D0EDED64}" srcId="{3CA282BD-81CF-4298-BDC8-C1BB0990AE92}" destId="{FC8D4C37-3CF1-40BE-A1F6-E5D947828DD6}" srcOrd="0" destOrd="0" parTransId="{6ACF1DF6-0883-4330-8F79-18E5776F4655}" sibTransId="{E695C362-22C9-4AF2-A314-CD6D162769B0}"/>
    <dgm:cxn modelId="{ED659690-D9B7-4EBA-8D2F-118FFD0262A2}" srcId="{B37A6FD3-3CF0-4C98-9B3C-DE0AB1DF16DB}" destId="{3CA282BD-81CF-4298-BDC8-C1BB0990AE92}" srcOrd="1" destOrd="0" parTransId="{32BD7675-8136-4429-B912-539F567CF397}" sibTransId="{4E400115-42A3-42CC-BAC8-F0E16E2EDD97}"/>
    <dgm:cxn modelId="{B6987691-54A5-408B-B55C-5E08D3587D36}" type="presOf" srcId="{86466148-28DD-4280-A14A-7811B540B79D}" destId="{E96D897D-CEE2-4CF6-AA30-AAD755BD80FF}" srcOrd="0" destOrd="0" presId="urn:microsoft.com/office/officeart/2005/8/layout/vList5"/>
    <dgm:cxn modelId="{7CF0D997-DDCD-4830-9586-6725099F7726}" type="presOf" srcId="{21918E66-4C28-412D-BFDE-7B93422FDB14}" destId="{6BCC6BB4-63EE-42D8-B488-162C9A31A106}" srcOrd="0" destOrd="0" presId="urn:microsoft.com/office/officeart/2005/8/layout/vList5"/>
    <dgm:cxn modelId="{63B35C9B-C818-483B-8B3C-7C73E2409185}" type="presOf" srcId="{B37A6FD3-3CF0-4C98-9B3C-DE0AB1DF16DB}" destId="{7D569D34-68BD-402E-BABC-309DE3953974}" srcOrd="0" destOrd="0" presId="urn:microsoft.com/office/officeart/2005/8/layout/vList5"/>
    <dgm:cxn modelId="{A1D073A6-23F8-4754-B0D5-FF049AB1C2F6}" srcId="{F6D59B67-DB8D-4962-AF7E-B505482C22A8}" destId="{6D01695F-00D5-46D2-8E00-352A736D222C}" srcOrd="0" destOrd="0" parTransId="{A821E60A-9CC4-4272-8229-63C2B2452315}" sibTransId="{41E6E800-2E9E-4332-8C45-9C3B8D6D37B5}"/>
    <dgm:cxn modelId="{5AFFB1AD-3A6B-4CEC-9C12-21F98EFA01A7}" type="presOf" srcId="{4FF993C0-D045-4668-BA8B-3F143969687C}" destId="{A15FD792-9266-4C94-BF04-370BCF5F2D9F}" srcOrd="0" destOrd="0" presId="urn:microsoft.com/office/officeart/2005/8/layout/vList5"/>
    <dgm:cxn modelId="{DFF7A3AF-EE8E-4692-BAFD-A3C61A6CE7C8}" type="presOf" srcId="{FC8D4C37-3CF1-40BE-A1F6-E5D947828DD6}" destId="{D565AEAE-60DF-4120-9032-24434E39D7A0}" srcOrd="0" destOrd="0" presId="urn:microsoft.com/office/officeart/2005/8/layout/vList5"/>
    <dgm:cxn modelId="{814F5BB0-65E3-4F57-9157-D16C04D787D1}" type="presOf" srcId="{053B33CF-318B-4E51-AAD4-1346A803A9ED}" destId="{CB7BC009-B27F-41B7-8F63-E5E348B2721E}" srcOrd="0" destOrd="0" presId="urn:microsoft.com/office/officeart/2005/8/layout/vList5"/>
    <dgm:cxn modelId="{034E53B4-0F17-475E-9EC7-0FE2136958FA}" srcId="{053B33CF-318B-4E51-AAD4-1346A803A9ED}" destId="{21918E66-4C28-412D-BFDE-7B93422FDB14}" srcOrd="0" destOrd="0" parTransId="{16EB77BA-EBBC-44EC-A26A-B4AE062BBBE5}" sibTransId="{3F6B008F-D7FE-456B-A7E6-20D618FE91B5}"/>
    <dgm:cxn modelId="{38A0E9B4-F756-4550-9188-4B5AA0AB7AF7}" type="presOf" srcId="{EB764C84-4EC4-42C2-9512-5052E19634B5}" destId="{29E0399E-8D29-458A-8860-B2F5E9992752}" srcOrd="0" destOrd="0" presId="urn:microsoft.com/office/officeart/2005/8/layout/vList5"/>
    <dgm:cxn modelId="{258718B9-F153-4B00-A962-BEBA7160E0B8}" srcId="{45F0D5CB-A24F-4F7B-8AE9-5768AD0F97B7}" destId="{86466148-28DD-4280-A14A-7811B540B79D}" srcOrd="0" destOrd="0" parTransId="{3249A595-E297-47B4-84D8-A3201B9E05D4}" sibTransId="{6EDA54A3-1549-4C9D-9E39-B1079CCEF30B}"/>
    <dgm:cxn modelId="{4D7366EB-4789-494F-8E6C-2B04D0141330}" srcId="{B37A6FD3-3CF0-4C98-9B3C-DE0AB1DF16DB}" destId="{B3E67076-5B91-49A0-BE70-0CA0468AA2E6}" srcOrd="0" destOrd="0" parTransId="{D0FF2702-A620-4E71-8FEA-8C6F95DFB934}" sibTransId="{46C0BBA5-A413-4EFC-9D28-7520EDF09B84}"/>
    <dgm:cxn modelId="{2ED182F3-D243-45B7-9E9C-7432C1C2A601}" srcId="{B3E67076-5B91-49A0-BE70-0CA0468AA2E6}" destId="{4FF993C0-D045-4668-BA8B-3F143969687C}" srcOrd="0" destOrd="0" parTransId="{777F6F25-E781-43A3-9A56-E0ED66F85EC9}" sibTransId="{7A29C0FB-6A87-4E81-96E4-CBECED398A96}"/>
    <dgm:cxn modelId="{7B8E26FA-1D5D-4F33-87E5-0188475EA386}" type="presOf" srcId="{45F0D5CB-A24F-4F7B-8AE9-5768AD0F97B7}" destId="{B9779248-9D77-4B38-81E3-BE0F6E359309}" srcOrd="0" destOrd="0" presId="urn:microsoft.com/office/officeart/2005/8/layout/vList5"/>
    <dgm:cxn modelId="{C912033F-AA42-42D0-AB9B-C2D803FBAACD}" type="presParOf" srcId="{7D569D34-68BD-402E-BABC-309DE3953974}" destId="{931F31BF-876A-4375-9420-8EE4119A546C}" srcOrd="0" destOrd="0" presId="urn:microsoft.com/office/officeart/2005/8/layout/vList5"/>
    <dgm:cxn modelId="{BDAAB919-DD1B-4A37-A700-B180CF25E303}" type="presParOf" srcId="{931F31BF-876A-4375-9420-8EE4119A546C}" destId="{DCFA8F79-BC3C-475E-9BD5-013C878109C7}" srcOrd="0" destOrd="0" presId="urn:microsoft.com/office/officeart/2005/8/layout/vList5"/>
    <dgm:cxn modelId="{B029992E-E645-435F-8516-906AA144D603}" type="presParOf" srcId="{931F31BF-876A-4375-9420-8EE4119A546C}" destId="{A15FD792-9266-4C94-BF04-370BCF5F2D9F}" srcOrd="1" destOrd="0" presId="urn:microsoft.com/office/officeart/2005/8/layout/vList5"/>
    <dgm:cxn modelId="{2B584C57-3BF8-4B6A-9195-C597F8A2669E}" type="presParOf" srcId="{7D569D34-68BD-402E-BABC-309DE3953974}" destId="{532D5B2F-9BAC-47F6-8B90-28CDC57235EF}" srcOrd="1" destOrd="0" presId="urn:microsoft.com/office/officeart/2005/8/layout/vList5"/>
    <dgm:cxn modelId="{89FD79C5-85BC-4353-A492-0EF4045F96D9}" type="presParOf" srcId="{7D569D34-68BD-402E-BABC-309DE3953974}" destId="{FA822D4F-B265-437A-AF3E-8F8313702702}" srcOrd="2" destOrd="0" presId="urn:microsoft.com/office/officeart/2005/8/layout/vList5"/>
    <dgm:cxn modelId="{0944BC93-5D23-44ED-B875-97940B17516D}" type="presParOf" srcId="{FA822D4F-B265-437A-AF3E-8F8313702702}" destId="{21CF5DA6-06AA-4E78-896C-DD7CA54D9488}" srcOrd="0" destOrd="0" presId="urn:microsoft.com/office/officeart/2005/8/layout/vList5"/>
    <dgm:cxn modelId="{939EE8BD-ABBF-4555-A25A-FF0304C51314}" type="presParOf" srcId="{FA822D4F-B265-437A-AF3E-8F8313702702}" destId="{D565AEAE-60DF-4120-9032-24434E39D7A0}" srcOrd="1" destOrd="0" presId="urn:microsoft.com/office/officeart/2005/8/layout/vList5"/>
    <dgm:cxn modelId="{662AB67D-C33B-40E3-AEBF-A711FB26B801}" type="presParOf" srcId="{7D569D34-68BD-402E-BABC-309DE3953974}" destId="{29579A03-FC70-4F57-AA7F-01FC56F96D7C}" srcOrd="3" destOrd="0" presId="urn:microsoft.com/office/officeart/2005/8/layout/vList5"/>
    <dgm:cxn modelId="{8EA21A5B-E2E3-48BD-B867-746F4565DFFA}" type="presParOf" srcId="{7D569D34-68BD-402E-BABC-309DE3953974}" destId="{D7A704D3-5A78-4F49-89EB-2160CF24ECE8}" srcOrd="4" destOrd="0" presId="urn:microsoft.com/office/officeart/2005/8/layout/vList5"/>
    <dgm:cxn modelId="{55643A1B-3B06-4E51-9D77-FA61214427E7}" type="presParOf" srcId="{D7A704D3-5A78-4F49-89EB-2160CF24ECE8}" destId="{B9779248-9D77-4B38-81E3-BE0F6E359309}" srcOrd="0" destOrd="0" presId="urn:microsoft.com/office/officeart/2005/8/layout/vList5"/>
    <dgm:cxn modelId="{5A535DAB-A2ED-488E-9A06-24CC64939256}" type="presParOf" srcId="{D7A704D3-5A78-4F49-89EB-2160CF24ECE8}" destId="{E96D897D-CEE2-4CF6-AA30-AAD755BD80FF}" srcOrd="1" destOrd="0" presId="urn:microsoft.com/office/officeart/2005/8/layout/vList5"/>
    <dgm:cxn modelId="{3F7DD997-D3ED-41ED-8B94-6EB91424A807}" type="presParOf" srcId="{7D569D34-68BD-402E-BABC-309DE3953974}" destId="{C11D1A19-693B-4472-AEDB-F6B0047EDB12}" srcOrd="5" destOrd="0" presId="urn:microsoft.com/office/officeart/2005/8/layout/vList5"/>
    <dgm:cxn modelId="{024BEA2D-A90B-4DE0-8CE3-29AB15262C40}" type="presParOf" srcId="{7D569D34-68BD-402E-BABC-309DE3953974}" destId="{34666D1C-B106-46C5-8CB2-68CA8447B890}" srcOrd="6" destOrd="0" presId="urn:microsoft.com/office/officeart/2005/8/layout/vList5"/>
    <dgm:cxn modelId="{7B364628-D038-4806-83A6-93EA5E97B2B1}" type="presParOf" srcId="{34666D1C-B106-46C5-8CB2-68CA8447B890}" destId="{29E0399E-8D29-458A-8860-B2F5E9992752}" srcOrd="0" destOrd="0" presId="urn:microsoft.com/office/officeart/2005/8/layout/vList5"/>
    <dgm:cxn modelId="{3B4ED8DC-2061-4C19-8916-E2BCCECB7419}" type="presParOf" srcId="{34666D1C-B106-46C5-8CB2-68CA8447B890}" destId="{CFEC8671-D847-46BA-98BB-8EB536A97C7F}" srcOrd="1" destOrd="0" presId="urn:microsoft.com/office/officeart/2005/8/layout/vList5"/>
    <dgm:cxn modelId="{7FE32E37-C5FE-4219-9CD7-78CB04203A40}" type="presParOf" srcId="{7D569D34-68BD-402E-BABC-309DE3953974}" destId="{9413F213-B1D8-41CA-8735-C757BC035274}" srcOrd="7" destOrd="0" presId="urn:microsoft.com/office/officeart/2005/8/layout/vList5"/>
    <dgm:cxn modelId="{564584ED-244C-4DAD-8334-76F035E85D87}" type="presParOf" srcId="{7D569D34-68BD-402E-BABC-309DE3953974}" destId="{39777101-3E3F-49F0-BCB3-EB639C2D69B0}" srcOrd="8" destOrd="0" presId="urn:microsoft.com/office/officeart/2005/8/layout/vList5"/>
    <dgm:cxn modelId="{83388A75-AE20-445B-952E-5CFBEA1360D8}" type="presParOf" srcId="{39777101-3E3F-49F0-BCB3-EB639C2D69B0}" destId="{CB7BC009-B27F-41B7-8F63-E5E348B2721E}" srcOrd="0" destOrd="0" presId="urn:microsoft.com/office/officeart/2005/8/layout/vList5"/>
    <dgm:cxn modelId="{95125CB1-6147-478B-A445-0B7575684CF3}" type="presParOf" srcId="{39777101-3E3F-49F0-BCB3-EB639C2D69B0}" destId="{6BCC6BB4-63EE-42D8-B488-162C9A31A106}" srcOrd="1" destOrd="0" presId="urn:microsoft.com/office/officeart/2005/8/layout/vList5"/>
    <dgm:cxn modelId="{560E60B9-1433-45F2-902B-2F709D833598}" type="presParOf" srcId="{7D569D34-68BD-402E-BABC-309DE3953974}" destId="{BC44FDB3-C1C8-4C47-ACA2-6589CED9EC4B}" srcOrd="9" destOrd="0" presId="urn:microsoft.com/office/officeart/2005/8/layout/vList5"/>
    <dgm:cxn modelId="{B211D9B5-C16B-4271-831E-E7DEBACE49F4}" type="presParOf" srcId="{7D569D34-68BD-402E-BABC-309DE3953974}" destId="{2BEACF04-14CB-44C9-9155-03650851E989}" srcOrd="10" destOrd="0" presId="urn:microsoft.com/office/officeart/2005/8/layout/vList5"/>
    <dgm:cxn modelId="{9A7C69E2-80BA-460A-B8B8-D8B5BF3F9962}" type="presParOf" srcId="{2BEACF04-14CB-44C9-9155-03650851E989}" destId="{7F89B8B8-BAD1-41FE-9440-5DE496E13EB7}" srcOrd="0" destOrd="0" presId="urn:microsoft.com/office/officeart/2005/8/layout/vList5"/>
    <dgm:cxn modelId="{9E75A9F7-1C25-4A4F-A6D6-6F8794D7FE2E}" type="presParOf" srcId="{2BEACF04-14CB-44C9-9155-03650851E989}" destId="{57CCE142-B628-4121-A219-04A09C49160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EA9BF7-B9F5-4465-AD4F-2DCA4A566D3F}" type="doc">
      <dgm:prSet loTypeId="urn:microsoft.com/office/officeart/2008/layout/RadialCluster" loCatId="cycle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A71E8723-D7F1-42D1-BD7A-6EC3DB592BEF}">
      <dgm:prSet phldrT="[Text]" phldr="0"/>
      <dgm:spPr/>
      <dgm:t>
        <a:bodyPr/>
        <a:lstStyle/>
        <a:p>
          <a:r>
            <a:rPr lang="en-IN">
              <a:solidFill>
                <a:schemeClr val="tx1"/>
              </a:solidFill>
            </a:rPr>
            <a:t>Platform</a:t>
          </a:r>
          <a:endParaRPr lang="en-IN" dirty="0">
            <a:solidFill>
              <a:schemeClr val="tx1"/>
            </a:solidFill>
          </a:endParaRPr>
        </a:p>
      </dgm:t>
    </dgm:pt>
    <dgm:pt modelId="{8AAAFFAC-9845-4F51-9C26-EE88370EBF45}" type="parTrans" cxnId="{B0A3476F-7132-4472-B5F1-135B90CD4EFF}">
      <dgm:prSet/>
      <dgm:spPr/>
      <dgm:t>
        <a:bodyPr/>
        <a:lstStyle/>
        <a:p>
          <a:endParaRPr lang="en-IN"/>
        </a:p>
      </dgm:t>
    </dgm:pt>
    <dgm:pt modelId="{64D93C96-E209-43A9-B0BB-466D66A90144}" type="sibTrans" cxnId="{B0A3476F-7132-4472-B5F1-135B90CD4EFF}">
      <dgm:prSet/>
      <dgm:spPr/>
      <dgm:t>
        <a:bodyPr/>
        <a:lstStyle/>
        <a:p>
          <a:endParaRPr lang="en-IN"/>
        </a:p>
      </dgm:t>
    </dgm:pt>
    <dgm:pt modelId="{6A01FB71-7660-4B50-9400-9E1BDF65E921}">
      <dgm:prSet phldrT="[Text]" phldr="0"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>
              <a:solidFill>
                <a:schemeClr val="tx1"/>
              </a:solidFill>
            </a:rPr>
            <a:t>Pledge Loans for Liquidity </a:t>
          </a:r>
          <a:endParaRPr lang="en-IN" dirty="0">
            <a:solidFill>
              <a:schemeClr val="tx1"/>
            </a:solidFill>
          </a:endParaRPr>
        </a:p>
      </dgm:t>
    </dgm:pt>
    <dgm:pt modelId="{E321581F-4395-4BB0-B042-D19CCDA32C9F}" type="parTrans" cxnId="{E2EFA0F3-0AB9-4B95-ADA6-53EA325559FC}">
      <dgm:prSet/>
      <dgm:spPr/>
      <dgm:t>
        <a:bodyPr/>
        <a:lstStyle/>
        <a:p>
          <a:endParaRPr lang="en-IN"/>
        </a:p>
      </dgm:t>
    </dgm:pt>
    <dgm:pt modelId="{542CBD94-86E2-44AE-9D8F-3BE9AC9D21F9}" type="sibTrans" cxnId="{E2EFA0F3-0AB9-4B95-ADA6-53EA325559FC}">
      <dgm:prSet/>
      <dgm:spPr/>
      <dgm:t>
        <a:bodyPr/>
        <a:lstStyle/>
        <a:p>
          <a:endParaRPr lang="en-IN"/>
        </a:p>
      </dgm:t>
    </dgm:pt>
    <dgm:pt modelId="{16609D24-454F-472B-BE0C-89071C54EF9C}">
      <dgm:prSet phldrT="[Text]" phldr="0"/>
      <dgm:spPr/>
      <dgm:t>
        <a:bodyPr/>
        <a:lstStyle/>
        <a:p>
          <a:r>
            <a:rPr lang="en-IN">
              <a:solidFill>
                <a:schemeClr val="tx1"/>
              </a:solidFill>
            </a:rPr>
            <a:t>Double Auction for fairness</a:t>
          </a:r>
          <a:endParaRPr lang="en-IN" dirty="0">
            <a:solidFill>
              <a:schemeClr val="tx1"/>
            </a:solidFill>
          </a:endParaRPr>
        </a:p>
      </dgm:t>
    </dgm:pt>
    <dgm:pt modelId="{D0B9A9AC-232B-4637-9E79-C15B375A1CF9}" type="parTrans" cxnId="{548F3259-2557-4590-A808-1E42A699CC02}">
      <dgm:prSet/>
      <dgm:spPr/>
      <dgm:t>
        <a:bodyPr/>
        <a:lstStyle/>
        <a:p>
          <a:endParaRPr lang="en-IN"/>
        </a:p>
      </dgm:t>
    </dgm:pt>
    <dgm:pt modelId="{C0700454-022C-439B-BE22-AB3F70E18756}" type="sibTrans" cxnId="{548F3259-2557-4590-A808-1E42A699CC02}">
      <dgm:prSet/>
      <dgm:spPr/>
      <dgm:t>
        <a:bodyPr/>
        <a:lstStyle/>
        <a:p>
          <a:endParaRPr lang="en-IN"/>
        </a:p>
      </dgm:t>
    </dgm:pt>
    <dgm:pt modelId="{EC60B3B1-33DA-4874-A315-B1413156274D}">
      <dgm:prSet phldrT="[Text]" phldr="0"/>
      <dgm:spPr/>
      <dgm:t>
        <a:bodyPr/>
        <a:lstStyle/>
        <a:p>
          <a:r>
            <a:rPr lang="en-IN">
              <a:solidFill>
                <a:schemeClr val="tx1"/>
              </a:solidFill>
            </a:rPr>
            <a:t>Price Visibility through aggregated market data</a:t>
          </a:r>
          <a:endParaRPr lang="en-IN" dirty="0">
            <a:solidFill>
              <a:schemeClr val="tx1"/>
            </a:solidFill>
          </a:endParaRPr>
        </a:p>
      </dgm:t>
    </dgm:pt>
    <dgm:pt modelId="{57D6FB49-8CA8-4E15-A450-545CBA4F64E1}" type="parTrans" cxnId="{AB793900-830E-4AE5-A9DD-3ABA47811D92}">
      <dgm:prSet/>
      <dgm:spPr/>
      <dgm:t>
        <a:bodyPr/>
        <a:lstStyle/>
        <a:p>
          <a:endParaRPr lang="en-IN"/>
        </a:p>
      </dgm:t>
    </dgm:pt>
    <dgm:pt modelId="{52FF6F3C-1ECC-4DAD-A82F-8BCA4ED13A05}" type="sibTrans" cxnId="{AB793900-830E-4AE5-A9DD-3ABA47811D92}">
      <dgm:prSet/>
      <dgm:spPr/>
      <dgm:t>
        <a:bodyPr/>
        <a:lstStyle/>
        <a:p>
          <a:endParaRPr lang="en-IN"/>
        </a:p>
      </dgm:t>
    </dgm:pt>
    <dgm:pt modelId="{76603F66-CF6F-4973-A50C-50F5F9229EC2}">
      <dgm:prSet phldrT="[Text]" phldr="0"/>
      <dgm:spPr/>
      <dgm:t>
        <a:bodyPr/>
        <a:lstStyle/>
        <a:p>
          <a:r>
            <a:rPr lang="en-IN">
              <a:solidFill>
                <a:schemeClr val="tx1"/>
              </a:solidFill>
            </a:rPr>
            <a:t>Better reach through kiosks</a:t>
          </a:r>
          <a:endParaRPr lang="en-IN" dirty="0">
            <a:solidFill>
              <a:schemeClr val="tx1"/>
            </a:solidFill>
          </a:endParaRPr>
        </a:p>
      </dgm:t>
    </dgm:pt>
    <dgm:pt modelId="{DCDF051E-AE4D-4C73-909A-2076006100FF}" type="parTrans" cxnId="{B0C6789E-C1A5-4059-B86F-F414933BDDB2}">
      <dgm:prSet/>
      <dgm:spPr/>
      <dgm:t>
        <a:bodyPr/>
        <a:lstStyle/>
        <a:p>
          <a:endParaRPr lang="en-IN"/>
        </a:p>
      </dgm:t>
    </dgm:pt>
    <dgm:pt modelId="{6935749F-C1DF-4CA5-8E56-04F61E1FA1AE}" type="sibTrans" cxnId="{B0C6789E-C1A5-4059-B86F-F414933BDDB2}">
      <dgm:prSet/>
      <dgm:spPr/>
      <dgm:t>
        <a:bodyPr/>
        <a:lstStyle/>
        <a:p>
          <a:endParaRPr lang="en-IN"/>
        </a:p>
      </dgm:t>
    </dgm:pt>
    <dgm:pt modelId="{62113C9D-50A3-4396-947A-E95C9F04C2A3}">
      <dgm:prSet phldrT="[Text]" phldr="0"/>
      <dgm:spPr/>
      <dgm:t>
        <a:bodyPr/>
        <a:lstStyle/>
        <a:p>
          <a:r>
            <a:rPr lang="en-IN" dirty="0">
              <a:solidFill>
                <a:schemeClr val="tx1"/>
              </a:solidFill>
            </a:rPr>
            <a:t>Quality trust, AI certified grading</a:t>
          </a:r>
        </a:p>
      </dgm:t>
    </dgm:pt>
    <dgm:pt modelId="{C730D02F-CAEB-4B3B-A17E-CEBAF06EDAAC}" type="parTrans" cxnId="{3CD02F00-C47E-488A-B2D5-591732DF0C66}">
      <dgm:prSet/>
      <dgm:spPr/>
      <dgm:t>
        <a:bodyPr/>
        <a:lstStyle/>
        <a:p>
          <a:endParaRPr lang="en-IN"/>
        </a:p>
      </dgm:t>
    </dgm:pt>
    <dgm:pt modelId="{FC9ED03A-D152-4A69-95CD-62EF3131091A}" type="sibTrans" cxnId="{3CD02F00-C47E-488A-B2D5-591732DF0C66}">
      <dgm:prSet/>
      <dgm:spPr/>
      <dgm:t>
        <a:bodyPr/>
        <a:lstStyle/>
        <a:p>
          <a:endParaRPr lang="en-IN"/>
        </a:p>
      </dgm:t>
    </dgm:pt>
    <dgm:pt modelId="{AD8F8558-32E4-45D8-8968-52F943E85B89}">
      <dgm:prSet phldrT="[Text]" phldr="0"/>
      <dgm:spPr/>
      <dgm:t>
        <a:bodyPr/>
        <a:lstStyle/>
        <a:p>
          <a:r>
            <a:rPr lang="en-IN" dirty="0">
              <a:solidFill>
                <a:schemeClr val="tx1"/>
              </a:solidFill>
            </a:rPr>
            <a:t>Buyer Volume with Pooling</a:t>
          </a:r>
        </a:p>
      </dgm:t>
    </dgm:pt>
    <dgm:pt modelId="{836CE2BD-D31F-4541-9825-F6670E5512A0}" type="parTrans" cxnId="{7C4A7074-28E9-44EB-A26A-EE46251207CA}">
      <dgm:prSet/>
      <dgm:spPr/>
      <dgm:t>
        <a:bodyPr/>
        <a:lstStyle/>
        <a:p>
          <a:endParaRPr lang="en-IN"/>
        </a:p>
      </dgm:t>
    </dgm:pt>
    <dgm:pt modelId="{178C9BD3-02C4-4BAC-8427-818C34FDB6C6}" type="sibTrans" cxnId="{7C4A7074-28E9-44EB-A26A-EE46251207CA}">
      <dgm:prSet/>
      <dgm:spPr/>
      <dgm:t>
        <a:bodyPr/>
        <a:lstStyle/>
        <a:p>
          <a:endParaRPr lang="en-IN"/>
        </a:p>
      </dgm:t>
    </dgm:pt>
    <dgm:pt modelId="{FFEF9DBD-C933-4377-B165-AC7236B85789}" type="pres">
      <dgm:prSet presAssocID="{7DEA9BF7-B9F5-4465-AD4F-2DCA4A566D3F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DB32A45E-31F6-44FC-9A72-F4020469927F}" type="pres">
      <dgm:prSet presAssocID="{A71E8723-D7F1-42D1-BD7A-6EC3DB592BEF}" presName="singleCycle" presStyleCnt="0"/>
      <dgm:spPr/>
    </dgm:pt>
    <dgm:pt modelId="{72286D39-768B-4BA5-A51D-365B250FF831}" type="pres">
      <dgm:prSet presAssocID="{A71E8723-D7F1-42D1-BD7A-6EC3DB592BEF}" presName="singleCenter" presStyleLbl="node1" presStyleIdx="0" presStyleCnt="7">
        <dgm:presLayoutVars>
          <dgm:chMax val="7"/>
          <dgm:chPref val="7"/>
        </dgm:presLayoutVars>
      </dgm:prSet>
      <dgm:spPr/>
    </dgm:pt>
    <dgm:pt modelId="{4B01C45D-F9EA-40BE-9390-D6458B64B00D}" type="pres">
      <dgm:prSet presAssocID="{E321581F-4395-4BB0-B042-D19CCDA32C9F}" presName="Name56" presStyleLbl="parChTrans1D2" presStyleIdx="0" presStyleCnt="6"/>
      <dgm:spPr/>
    </dgm:pt>
    <dgm:pt modelId="{C4C2DC3C-DC4D-405F-B3FE-679A0498E2FD}" type="pres">
      <dgm:prSet presAssocID="{6A01FB71-7660-4B50-9400-9E1BDF65E921}" presName="text0" presStyleLbl="node1" presStyleIdx="1" presStyleCnt="7">
        <dgm:presLayoutVars>
          <dgm:bulletEnabled val="1"/>
        </dgm:presLayoutVars>
      </dgm:prSet>
      <dgm:spPr/>
    </dgm:pt>
    <dgm:pt modelId="{86CBA35D-6AA8-4407-A9EE-6C3B1E7CC561}" type="pres">
      <dgm:prSet presAssocID="{D0B9A9AC-232B-4637-9E79-C15B375A1CF9}" presName="Name56" presStyleLbl="parChTrans1D2" presStyleIdx="1" presStyleCnt="6"/>
      <dgm:spPr/>
    </dgm:pt>
    <dgm:pt modelId="{25712043-096E-4A31-B076-89172FFBC242}" type="pres">
      <dgm:prSet presAssocID="{16609D24-454F-472B-BE0C-89071C54EF9C}" presName="text0" presStyleLbl="node1" presStyleIdx="2" presStyleCnt="7">
        <dgm:presLayoutVars>
          <dgm:bulletEnabled val="1"/>
        </dgm:presLayoutVars>
      </dgm:prSet>
      <dgm:spPr/>
    </dgm:pt>
    <dgm:pt modelId="{6777591A-EEF2-45A2-856A-3A559DFC0104}" type="pres">
      <dgm:prSet presAssocID="{57D6FB49-8CA8-4E15-A450-545CBA4F64E1}" presName="Name56" presStyleLbl="parChTrans1D2" presStyleIdx="2" presStyleCnt="6"/>
      <dgm:spPr/>
    </dgm:pt>
    <dgm:pt modelId="{F9FF288C-0D6F-480D-9613-0314E0AF59A8}" type="pres">
      <dgm:prSet presAssocID="{EC60B3B1-33DA-4874-A315-B1413156274D}" presName="text0" presStyleLbl="node1" presStyleIdx="3" presStyleCnt="7">
        <dgm:presLayoutVars>
          <dgm:bulletEnabled val="1"/>
        </dgm:presLayoutVars>
      </dgm:prSet>
      <dgm:spPr/>
    </dgm:pt>
    <dgm:pt modelId="{0A0B48DC-60DF-4757-B9D2-D6CD7FA5F304}" type="pres">
      <dgm:prSet presAssocID="{DCDF051E-AE4D-4C73-909A-2076006100FF}" presName="Name56" presStyleLbl="parChTrans1D2" presStyleIdx="3" presStyleCnt="6"/>
      <dgm:spPr/>
    </dgm:pt>
    <dgm:pt modelId="{565A6D70-DE9D-4A09-B8E5-7AB522B3F4FD}" type="pres">
      <dgm:prSet presAssocID="{76603F66-CF6F-4973-A50C-50F5F9229EC2}" presName="text0" presStyleLbl="node1" presStyleIdx="4" presStyleCnt="7">
        <dgm:presLayoutVars>
          <dgm:bulletEnabled val="1"/>
        </dgm:presLayoutVars>
      </dgm:prSet>
      <dgm:spPr/>
    </dgm:pt>
    <dgm:pt modelId="{109B1F17-8B7E-4950-B264-0BD124C9699F}" type="pres">
      <dgm:prSet presAssocID="{C730D02F-CAEB-4B3B-A17E-CEBAF06EDAAC}" presName="Name56" presStyleLbl="parChTrans1D2" presStyleIdx="4" presStyleCnt="6"/>
      <dgm:spPr/>
    </dgm:pt>
    <dgm:pt modelId="{6CA34C6A-CAF4-4E03-8E98-3E48470BD31A}" type="pres">
      <dgm:prSet presAssocID="{62113C9D-50A3-4396-947A-E95C9F04C2A3}" presName="text0" presStyleLbl="node1" presStyleIdx="5" presStyleCnt="7">
        <dgm:presLayoutVars>
          <dgm:bulletEnabled val="1"/>
        </dgm:presLayoutVars>
      </dgm:prSet>
      <dgm:spPr/>
    </dgm:pt>
    <dgm:pt modelId="{8371AEB9-7EA0-4FF4-8240-C7F22E5935AC}" type="pres">
      <dgm:prSet presAssocID="{836CE2BD-D31F-4541-9825-F6670E5512A0}" presName="Name56" presStyleLbl="parChTrans1D2" presStyleIdx="5" presStyleCnt="6"/>
      <dgm:spPr/>
    </dgm:pt>
    <dgm:pt modelId="{BB544731-4F1B-47C0-A7D1-E1118C9EB690}" type="pres">
      <dgm:prSet presAssocID="{AD8F8558-32E4-45D8-8968-52F943E85B89}" presName="text0" presStyleLbl="node1" presStyleIdx="6" presStyleCnt="7">
        <dgm:presLayoutVars>
          <dgm:bulletEnabled val="1"/>
        </dgm:presLayoutVars>
      </dgm:prSet>
      <dgm:spPr/>
    </dgm:pt>
  </dgm:ptLst>
  <dgm:cxnLst>
    <dgm:cxn modelId="{3CD02F00-C47E-488A-B2D5-591732DF0C66}" srcId="{A71E8723-D7F1-42D1-BD7A-6EC3DB592BEF}" destId="{62113C9D-50A3-4396-947A-E95C9F04C2A3}" srcOrd="4" destOrd="0" parTransId="{C730D02F-CAEB-4B3B-A17E-CEBAF06EDAAC}" sibTransId="{FC9ED03A-D152-4A69-95CD-62EF3131091A}"/>
    <dgm:cxn modelId="{AB793900-830E-4AE5-A9DD-3ABA47811D92}" srcId="{A71E8723-D7F1-42D1-BD7A-6EC3DB592BEF}" destId="{EC60B3B1-33DA-4874-A315-B1413156274D}" srcOrd="2" destOrd="0" parTransId="{57D6FB49-8CA8-4E15-A450-545CBA4F64E1}" sibTransId="{52FF6F3C-1ECC-4DAD-A82F-8BCA4ED13A05}"/>
    <dgm:cxn modelId="{08643D11-1CAC-4FCD-9124-13C81DB25598}" type="presOf" srcId="{6A01FB71-7660-4B50-9400-9E1BDF65E921}" destId="{C4C2DC3C-DC4D-405F-B3FE-679A0498E2FD}" srcOrd="0" destOrd="0" presId="urn:microsoft.com/office/officeart/2008/layout/RadialCluster"/>
    <dgm:cxn modelId="{32C2BC23-04D5-4B0E-878F-99CC0115722C}" type="presOf" srcId="{A71E8723-D7F1-42D1-BD7A-6EC3DB592BEF}" destId="{72286D39-768B-4BA5-A51D-365B250FF831}" srcOrd="0" destOrd="0" presId="urn:microsoft.com/office/officeart/2008/layout/RadialCluster"/>
    <dgm:cxn modelId="{02205129-2DE0-41AE-8B25-6DB27236F963}" type="presOf" srcId="{836CE2BD-D31F-4541-9825-F6670E5512A0}" destId="{8371AEB9-7EA0-4FF4-8240-C7F22E5935AC}" srcOrd="0" destOrd="0" presId="urn:microsoft.com/office/officeart/2008/layout/RadialCluster"/>
    <dgm:cxn modelId="{0F0CE45B-99C3-4EDB-91DC-B581AFD2EC4C}" type="presOf" srcId="{AD8F8558-32E4-45D8-8968-52F943E85B89}" destId="{BB544731-4F1B-47C0-A7D1-E1118C9EB690}" srcOrd="0" destOrd="0" presId="urn:microsoft.com/office/officeart/2008/layout/RadialCluster"/>
    <dgm:cxn modelId="{2F48845C-38CB-4883-AC2B-7A5D7ED7877B}" type="presOf" srcId="{EC60B3B1-33DA-4874-A315-B1413156274D}" destId="{F9FF288C-0D6F-480D-9613-0314E0AF59A8}" srcOrd="0" destOrd="0" presId="urn:microsoft.com/office/officeart/2008/layout/RadialCluster"/>
    <dgm:cxn modelId="{EED24248-188C-4220-AECD-9048CD05EF07}" type="presOf" srcId="{16609D24-454F-472B-BE0C-89071C54EF9C}" destId="{25712043-096E-4A31-B076-89172FFBC242}" srcOrd="0" destOrd="0" presId="urn:microsoft.com/office/officeart/2008/layout/RadialCluster"/>
    <dgm:cxn modelId="{B0A3476F-7132-4472-B5F1-135B90CD4EFF}" srcId="{7DEA9BF7-B9F5-4465-AD4F-2DCA4A566D3F}" destId="{A71E8723-D7F1-42D1-BD7A-6EC3DB592BEF}" srcOrd="0" destOrd="0" parTransId="{8AAAFFAC-9845-4F51-9C26-EE88370EBF45}" sibTransId="{64D93C96-E209-43A9-B0BB-466D66A90144}"/>
    <dgm:cxn modelId="{7C4A7074-28E9-44EB-A26A-EE46251207CA}" srcId="{A71E8723-D7F1-42D1-BD7A-6EC3DB592BEF}" destId="{AD8F8558-32E4-45D8-8968-52F943E85B89}" srcOrd="5" destOrd="0" parTransId="{836CE2BD-D31F-4541-9825-F6670E5512A0}" sibTransId="{178C9BD3-02C4-4BAC-8427-818C34FDB6C6}"/>
    <dgm:cxn modelId="{05D3BE75-E2D9-4C86-A558-19821C85CA30}" type="presOf" srcId="{D0B9A9AC-232B-4637-9E79-C15B375A1CF9}" destId="{86CBA35D-6AA8-4407-A9EE-6C3B1E7CC561}" srcOrd="0" destOrd="0" presId="urn:microsoft.com/office/officeart/2008/layout/RadialCluster"/>
    <dgm:cxn modelId="{548F3259-2557-4590-A808-1E42A699CC02}" srcId="{A71E8723-D7F1-42D1-BD7A-6EC3DB592BEF}" destId="{16609D24-454F-472B-BE0C-89071C54EF9C}" srcOrd="1" destOrd="0" parTransId="{D0B9A9AC-232B-4637-9E79-C15B375A1CF9}" sibTransId="{C0700454-022C-439B-BE22-AB3F70E18756}"/>
    <dgm:cxn modelId="{B0C6789E-C1A5-4059-B86F-F414933BDDB2}" srcId="{A71E8723-D7F1-42D1-BD7A-6EC3DB592BEF}" destId="{76603F66-CF6F-4973-A50C-50F5F9229EC2}" srcOrd="3" destOrd="0" parTransId="{DCDF051E-AE4D-4C73-909A-2076006100FF}" sibTransId="{6935749F-C1DF-4CA5-8E56-04F61E1FA1AE}"/>
    <dgm:cxn modelId="{48E7FAA1-F48D-44D5-8B6D-9ED49ABDF5B7}" type="presOf" srcId="{DCDF051E-AE4D-4C73-909A-2076006100FF}" destId="{0A0B48DC-60DF-4757-B9D2-D6CD7FA5F304}" srcOrd="0" destOrd="0" presId="urn:microsoft.com/office/officeart/2008/layout/RadialCluster"/>
    <dgm:cxn modelId="{6E6CCCB2-58F2-4B3C-A8BD-F15FD66B0A42}" type="presOf" srcId="{76603F66-CF6F-4973-A50C-50F5F9229EC2}" destId="{565A6D70-DE9D-4A09-B8E5-7AB522B3F4FD}" srcOrd="0" destOrd="0" presId="urn:microsoft.com/office/officeart/2008/layout/RadialCluster"/>
    <dgm:cxn modelId="{8E8035B5-B674-4A58-AFB7-DED9608BC280}" type="presOf" srcId="{C730D02F-CAEB-4B3B-A17E-CEBAF06EDAAC}" destId="{109B1F17-8B7E-4950-B264-0BD124C9699F}" srcOrd="0" destOrd="0" presId="urn:microsoft.com/office/officeart/2008/layout/RadialCluster"/>
    <dgm:cxn modelId="{A0FB7ECB-45C3-4859-B0E3-664E092E5A9E}" type="presOf" srcId="{E321581F-4395-4BB0-B042-D19CCDA32C9F}" destId="{4B01C45D-F9EA-40BE-9390-D6458B64B00D}" srcOrd="0" destOrd="0" presId="urn:microsoft.com/office/officeart/2008/layout/RadialCluster"/>
    <dgm:cxn modelId="{F0F962CD-4C77-46ED-B9F9-9C8173ED5389}" type="presOf" srcId="{57D6FB49-8CA8-4E15-A450-545CBA4F64E1}" destId="{6777591A-EEF2-45A2-856A-3A559DFC0104}" srcOrd="0" destOrd="0" presId="urn:microsoft.com/office/officeart/2008/layout/RadialCluster"/>
    <dgm:cxn modelId="{CC55D4D6-EC19-4CB4-ACA8-DFC1793D7946}" type="presOf" srcId="{62113C9D-50A3-4396-947A-E95C9F04C2A3}" destId="{6CA34C6A-CAF4-4E03-8E98-3E48470BD31A}" srcOrd="0" destOrd="0" presId="urn:microsoft.com/office/officeart/2008/layout/RadialCluster"/>
    <dgm:cxn modelId="{9A311AEE-087A-4DF7-9819-476C5B4B3B6A}" type="presOf" srcId="{7DEA9BF7-B9F5-4465-AD4F-2DCA4A566D3F}" destId="{FFEF9DBD-C933-4377-B165-AC7236B85789}" srcOrd="0" destOrd="0" presId="urn:microsoft.com/office/officeart/2008/layout/RadialCluster"/>
    <dgm:cxn modelId="{E2EFA0F3-0AB9-4B95-ADA6-53EA325559FC}" srcId="{A71E8723-D7F1-42D1-BD7A-6EC3DB592BEF}" destId="{6A01FB71-7660-4B50-9400-9E1BDF65E921}" srcOrd="0" destOrd="0" parTransId="{E321581F-4395-4BB0-B042-D19CCDA32C9F}" sibTransId="{542CBD94-86E2-44AE-9D8F-3BE9AC9D21F9}"/>
    <dgm:cxn modelId="{AABA51CF-680B-4786-837B-9E66AE4D6231}" type="presParOf" srcId="{FFEF9DBD-C933-4377-B165-AC7236B85789}" destId="{DB32A45E-31F6-44FC-9A72-F4020469927F}" srcOrd="0" destOrd="0" presId="urn:microsoft.com/office/officeart/2008/layout/RadialCluster"/>
    <dgm:cxn modelId="{E61AEDED-E985-408E-8503-F7BB90755BC4}" type="presParOf" srcId="{DB32A45E-31F6-44FC-9A72-F4020469927F}" destId="{72286D39-768B-4BA5-A51D-365B250FF831}" srcOrd="0" destOrd="0" presId="urn:microsoft.com/office/officeart/2008/layout/RadialCluster"/>
    <dgm:cxn modelId="{DB84DC9C-1110-495A-B496-DFA83D3B62DB}" type="presParOf" srcId="{DB32A45E-31F6-44FC-9A72-F4020469927F}" destId="{4B01C45D-F9EA-40BE-9390-D6458B64B00D}" srcOrd="1" destOrd="0" presId="urn:microsoft.com/office/officeart/2008/layout/RadialCluster"/>
    <dgm:cxn modelId="{56C81B73-0788-4657-904F-DFA8127F2053}" type="presParOf" srcId="{DB32A45E-31F6-44FC-9A72-F4020469927F}" destId="{C4C2DC3C-DC4D-405F-B3FE-679A0498E2FD}" srcOrd="2" destOrd="0" presId="urn:microsoft.com/office/officeart/2008/layout/RadialCluster"/>
    <dgm:cxn modelId="{CE377D26-6C56-49B3-96E5-02A24F2B340D}" type="presParOf" srcId="{DB32A45E-31F6-44FC-9A72-F4020469927F}" destId="{86CBA35D-6AA8-4407-A9EE-6C3B1E7CC561}" srcOrd="3" destOrd="0" presId="urn:microsoft.com/office/officeart/2008/layout/RadialCluster"/>
    <dgm:cxn modelId="{FB488F22-6F3E-40A0-B767-E1DDE051EB2E}" type="presParOf" srcId="{DB32A45E-31F6-44FC-9A72-F4020469927F}" destId="{25712043-096E-4A31-B076-89172FFBC242}" srcOrd="4" destOrd="0" presId="urn:microsoft.com/office/officeart/2008/layout/RadialCluster"/>
    <dgm:cxn modelId="{A8001662-3C0C-445E-AF4F-1B92F89A75E6}" type="presParOf" srcId="{DB32A45E-31F6-44FC-9A72-F4020469927F}" destId="{6777591A-EEF2-45A2-856A-3A559DFC0104}" srcOrd="5" destOrd="0" presId="urn:microsoft.com/office/officeart/2008/layout/RadialCluster"/>
    <dgm:cxn modelId="{E5B4F4C4-BA9D-46CD-AFB4-E1916756A54A}" type="presParOf" srcId="{DB32A45E-31F6-44FC-9A72-F4020469927F}" destId="{F9FF288C-0D6F-480D-9613-0314E0AF59A8}" srcOrd="6" destOrd="0" presId="urn:microsoft.com/office/officeart/2008/layout/RadialCluster"/>
    <dgm:cxn modelId="{1A2FEC05-884B-4F36-96A4-144E57FFD840}" type="presParOf" srcId="{DB32A45E-31F6-44FC-9A72-F4020469927F}" destId="{0A0B48DC-60DF-4757-B9D2-D6CD7FA5F304}" srcOrd="7" destOrd="0" presId="urn:microsoft.com/office/officeart/2008/layout/RadialCluster"/>
    <dgm:cxn modelId="{3150A183-7E29-4F42-9944-3FFA0314A7B5}" type="presParOf" srcId="{DB32A45E-31F6-44FC-9A72-F4020469927F}" destId="{565A6D70-DE9D-4A09-B8E5-7AB522B3F4FD}" srcOrd="8" destOrd="0" presId="urn:microsoft.com/office/officeart/2008/layout/RadialCluster"/>
    <dgm:cxn modelId="{F16F651D-1BE0-40AD-A2D3-C58F85FA3DBF}" type="presParOf" srcId="{DB32A45E-31F6-44FC-9A72-F4020469927F}" destId="{109B1F17-8B7E-4950-B264-0BD124C9699F}" srcOrd="9" destOrd="0" presId="urn:microsoft.com/office/officeart/2008/layout/RadialCluster"/>
    <dgm:cxn modelId="{8C1D6612-A7FB-48D3-94B0-1E2DAC75793F}" type="presParOf" srcId="{DB32A45E-31F6-44FC-9A72-F4020469927F}" destId="{6CA34C6A-CAF4-4E03-8E98-3E48470BD31A}" srcOrd="10" destOrd="0" presId="urn:microsoft.com/office/officeart/2008/layout/RadialCluster"/>
    <dgm:cxn modelId="{B217C397-DDC2-498F-8696-2568016B16F3}" type="presParOf" srcId="{DB32A45E-31F6-44FC-9A72-F4020469927F}" destId="{8371AEB9-7EA0-4FF4-8240-C7F22E5935AC}" srcOrd="11" destOrd="0" presId="urn:microsoft.com/office/officeart/2008/layout/RadialCluster"/>
    <dgm:cxn modelId="{BAC8C5E5-BD0D-4E96-A66E-D990126EB03E}" type="presParOf" srcId="{DB32A45E-31F6-44FC-9A72-F4020469927F}" destId="{BB544731-4F1B-47C0-A7D1-E1118C9EB690}" srcOrd="12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573164-ADE3-4255-B33A-B3D912FA17A2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A0D0BD2E-FBA3-46B6-95E4-FE312AEDBAB6}">
      <dgm:prSet phldrT="[Text]"/>
      <dgm:spPr/>
      <dgm:t>
        <a:bodyPr/>
        <a:lstStyle/>
        <a:p>
          <a:pPr>
            <a:buNone/>
          </a:pPr>
          <a:r>
            <a:rPr lang="en-IN" dirty="0">
              <a:solidFill>
                <a:schemeClr val="tx1"/>
              </a:solidFill>
            </a:rPr>
            <a:t>Two-Sided Auction Farmers &amp; buyers both set price</a:t>
          </a:r>
          <a:endParaRPr lang="en-IN" b="0" dirty="0">
            <a:solidFill>
              <a:schemeClr val="tx1"/>
            </a:solidFill>
          </a:endParaRPr>
        </a:p>
      </dgm:t>
    </dgm:pt>
    <dgm:pt modelId="{DEC6861E-443B-4221-BA7D-27934B217D07}" type="parTrans" cxnId="{C9BA617E-7139-4FB5-9F8A-F0C2FAE2B26D}">
      <dgm:prSet/>
      <dgm:spPr/>
      <dgm:t>
        <a:bodyPr/>
        <a:lstStyle/>
        <a:p>
          <a:endParaRPr lang="en-IN"/>
        </a:p>
      </dgm:t>
    </dgm:pt>
    <dgm:pt modelId="{A15FD294-F708-4D70-883A-1202FD3D8C40}" type="sibTrans" cxnId="{C9BA617E-7139-4FB5-9F8A-F0C2FAE2B26D}">
      <dgm:prSet/>
      <dgm:spPr/>
      <dgm:t>
        <a:bodyPr/>
        <a:lstStyle/>
        <a:p>
          <a:endParaRPr lang="en-IN"/>
        </a:p>
      </dgm:t>
    </dgm:pt>
    <dgm:pt modelId="{04C808C7-010B-4766-88D6-2E144FA87135}">
      <dgm:prSet phldrT="[Text]"/>
      <dgm:spPr/>
      <dgm:t>
        <a:bodyPr/>
        <a:lstStyle/>
        <a:p>
          <a:pPr>
            <a:buNone/>
          </a:pPr>
          <a:r>
            <a:rPr lang="en-IN" dirty="0">
              <a:solidFill>
                <a:schemeClr val="tx1"/>
              </a:solidFill>
            </a:rPr>
            <a:t>Price Forecasting Sell-now or hold guidance</a:t>
          </a:r>
          <a:endParaRPr lang="en-IN" b="0" dirty="0">
            <a:solidFill>
              <a:schemeClr val="tx1"/>
            </a:solidFill>
          </a:endParaRPr>
        </a:p>
      </dgm:t>
    </dgm:pt>
    <dgm:pt modelId="{9E6127B8-5AF2-4EE5-97FD-63DEDBC07012}" type="parTrans" cxnId="{FCB56618-9EC6-4685-907C-D1DD681B37C1}">
      <dgm:prSet/>
      <dgm:spPr/>
      <dgm:t>
        <a:bodyPr/>
        <a:lstStyle/>
        <a:p>
          <a:endParaRPr lang="en-IN"/>
        </a:p>
      </dgm:t>
    </dgm:pt>
    <dgm:pt modelId="{59035383-99F2-4F2B-89A2-AF0285E20B90}" type="sibTrans" cxnId="{FCB56618-9EC6-4685-907C-D1DD681B37C1}">
      <dgm:prSet/>
      <dgm:spPr/>
      <dgm:t>
        <a:bodyPr/>
        <a:lstStyle/>
        <a:p>
          <a:endParaRPr lang="en-IN"/>
        </a:p>
      </dgm:t>
    </dgm:pt>
    <dgm:pt modelId="{7028D130-26BA-444E-9C17-86F2C0E3025A}">
      <dgm:prSet phldrT="[Text]"/>
      <dgm:spPr/>
      <dgm:t>
        <a:bodyPr/>
        <a:lstStyle/>
        <a:p>
          <a:pPr>
            <a:buNone/>
          </a:pPr>
          <a:r>
            <a:rPr lang="en-IN" dirty="0">
              <a:solidFill>
                <a:schemeClr val="tx1"/>
              </a:solidFill>
            </a:rPr>
            <a:t>Cross-Farmer Pooling Traceable, quality kept separate</a:t>
          </a:r>
          <a:endParaRPr lang="en-IN" b="0" dirty="0">
            <a:solidFill>
              <a:schemeClr val="tx1"/>
            </a:solidFill>
          </a:endParaRPr>
        </a:p>
      </dgm:t>
    </dgm:pt>
    <dgm:pt modelId="{08BB3FB5-4184-4568-9DB0-B3BA98F38A3A}" type="parTrans" cxnId="{88D1D1DC-18AB-4ACB-82A6-1836CE285E0F}">
      <dgm:prSet/>
      <dgm:spPr/>
      <dgm:t>
        <a:bodyPr/>
        <a:lstStyle/>
        <a:p>
          <a:endParaRPr lang="en-IN"/>
        </a:p>
      </dgm:t>
    </dgm:pt>
    <dgm:pt modelId="{51B72044-8C38-409F-A05C-A4C0E1565ACE}" type="sibTrans" cxnId="{88D1D1DC-18AB-4ACB-82A6-1836CE285E0F}">
      <dgm:prSet/>
      <dgm:spPr/>
      <dgm:t>
        <a:bodyPr/>
        <a:lstStyle/>
        <a:p>
          <a:endParaRPr lang="en-IN"/>
        </a:p>
      </dgm:t>
    </dgm:pt>
    <dgm:pt modelId="{6E924939-94BC-478F-BDFA-B84D36CF720E}">
      <dgm:prSet phldrT="[Text]"/>
      <dgm:spPr/>
      <dgm:t>
        <a:bodyPr/>
        <a:lstStyle/>
        <a:p>
          <a:pPr>
            <a:buNone/>
          </a:pPr>
          <a:r>
            <a:rPr lang="en-IN" dirty="0">
              <a:solidFill>
                <a:schemeClr val="tx1"/>
              </a:solidFill>
            </a:rPr>
            <a:t>AI Quality Grading Instant photo-based grade estimate</a:t>
          </a:r>
          <a:endParaRPr lang="en-IN" b="0" dirty="0">
            <a:solidFill>
              <a:schemeClr val="tx1"/>
            </a:solidFill>
          </a:endParaRPr>
        </a:p>
      </dgm:t>
    </dgm:pt>
    <dgm:pt modelId="{868A57D5-27DD-4C13-9CC3-F49299F1AD67}" type="parTrans" cxnId="{91AA7E3F-E64C-41CE-9D40-5A746C95C6D2}">
      <dgm:prSet/>
      <dgm:spPr/>
      <dgm:t>
        <a:bodyPr/>
        <a:lstStyle/>
        <a:p>
          <a:endParaRPr lang="en-IN"/>
        </a:p>
      </dgm:t>
    </dgm:pt>
    <dgm:pt modelId="{A357A0B9-1B85-4BB7-B56F-92DA75A33192}" type="sibTrans" cxnId="{91AA7E3F-E64C-41CE-9D40-5A746C95C6D2}">
      <dgm:prSet/>
      <dgm:spPr/>
      <dgm:t>
        <a:bodyPr/>
        <a:lstStyle/>
        <a:p>
          <a:endParaRPr lang="en-IN"/>
        </a:p>
      </dgm:t>
    </dgm:pt>
    <dgm:pt modelId="{29AFCD8A-6342-41BE-A29B-416971790FA1}">
      <dgm:prSet phldrT="[Text]"/>
      <dgm:spPr/>
      <dgm:t>
        <a:bodyPr/>
        <a:lstStyle/>
        <a:p>
          <a:pPr>
            <a:buNone/>
          </a:pPr>
          <a:r>
            <a:rPr lang="en-IN" dirty="0">
              <a:solidFill>
                <a:schemeClr val="tx1"/>
              </a:solidFill>
            </a:rPr>
            <a:t>In-App Liquidity MSAMB pledge loan and Anchor Buyers</a:t>
          </a:r>
          <a:endParaRPr lang="en-IN" b="0" dirty="0">
            <a:solidFill>
              <a:schemeClr val="tx1"/>
            </a:solidFill>
          </a:endParaRPr>
        </a:p>
      </dgm:t>
    </dgm:pt>
    <dgm:pt modelId="{58CB6B7D-7E2F-4B2D-9164-B87ED9684AFE}" type="parTrans" cxnId="{82F40741-3032-4A62-B26C-AE324FC71A27}">
      <dgm:prSet/>
      <dgm:spPr/>
      <dgm:t>
        <a:bodyPr/>
        <a:lstStyle/>
        <a:p>
          <a:endParaRPr lang="en-IN"/>
        </a:p>
      </dgm:t>
    </dgm:pt>
    <dgm:pt modelId="{FA6DD545-BE64-4C82-B692-658FA95898D2}" type="sibTrans" cxnId="{82F40741-3032-4A62-B26C-AE324FC71A27}">
      <dgm:prSet/>
      <dgm:spPr/>
      <dgm:t>
        <a:bodyPr/>
        <a:lstStyle/>
        <a:p>
          <a:endParaRPr lang="en-IN"/>
        </a:p>
      </dgm:t>
    </dgm:pt>
    <dgm:pt modelId="{EC9FCA6A-C568-4D92-88D3-216FB41A2EFE}">
      <dgm:prSet phldrT="[Text]"/>
      <dgm:spPr/>
      <dgm:t>
        <a:bodyPr/>
        <a:lstStyle/>
        <a:p>
          <a:pPr>
            <a:buNone/>
          </a:pPr>
          <a:r>
            <a:rPr lang="en-IN" dirty="0">
              <a:solidFill>
                <a:schemeClr val="tx1"/>
              </a:solidFill>
            </a:rPr>
            <a:t>Kiosk + SMS Access No farmer left offline</a:t>
          </a:r>
          <a:endParaRPr lang="en-IN" b="0" dirty="0">
            <a:solidFill>
              <a:schemeClr val="tx1"/>
            </a:solidFill>
          </a:endParaRPr>
        </a:p>
      </dgm:t>
    </dgm:pt>
    <dgm:pt modelId="{6DBE4670-FD2E-41DF-A087-EBAD4F33C546}" type="parTrans" cxnId="{48668C95-43A6-49DD-8593-F72BB8D4D366}">
      <dgm:prSet/>
      <dgm:spPr/>
      <dgm:t>
        <a:bodyPr/>
        <a:lstStyle/>
        <a:p>
          <a:endParaRPr lang="en-IN"/>
        </a:p>
      </dgm:t>
    </dgm:pt>
    <dgm:pt modelId="{8EF3FDEF-E91B-4C3E-95C5-A168382C5CCF}" type="sibTrans" cxnId="{48668C95-43A6-49DD-8593-F72BB8D4D366}">
      <dgm:prSet/>
      <dgm:spPr/>
      <dgm:t>
        <a:bodyPr/>
        <a:lstStyle/>
        <a:p>
          <a:endParaRPr lang="en-IN"/>
        </a:p>
      </dgm:t>
    </dgm:pt>
    <dgm:pt modelId="{B95FAA19-D9DC-4051-A1CF-F5A8AEAC4D60}" type="pres">
      <dgm:prSet presAssocID="{16573164-ADE3-4255-B33A-B3D912FA17A2}" presName="diagram" presStyleCnt="0">
        <dgm:presLayoutVars>
          <dgm:dir/>
          <dgm:resizeHandles val="exact"/>
        </dgm:presLayoutVars>
      </dgm:prSet>
      <dgm:spPr/>
    </dgm:pt>
    <dgm:pt modelId="{3D021E8F-FD9B-4D31-8EFE-7B1A8DC61737}" type="pres">
      <dgm:prSet presAssocID="{A0D0BD2E-FBA3-46B6-95E4-FE312AEDBAB6}" presName="node" presStyleLbl="node1" presStyleIdx="0" presStyleCnt="6">
        <dgm:presLayoutVars>
          <dgm:bulletEnabled val="1"/>
        </dgm:presLayoutVars>
      </dgm:prSet>
      <dgm:spPr/>
    </dgm:pt>
    <dgm:pt modelId="{7E79A5F3-5C7F-47D3-ADEA-763C72E4D365}" type="pres">
      <dgm:prSet presAssocID="{A15FD294-F708-4D70-883A-1202FD3D8C40}" presName="sibTrans" presStyleCnt="0"/>
      <dgm:spPr/>
    </dgm:pt>
    <dgm:pt modelId="{3C890DFD-A9E3-4686-A64F-621D768F6CC8}" type="pres">
      <dgm:prSet presAssocID="{04C808C7-010B-4766-88D6-2E144FA87135}" presName="node" presStyleLbl="node1" presStyleIdx="1" presStyleCnt="6">
        <dgm:presLayoutVars>
          <dgm:bulletEnabled val="1"/>
        </dgm:presLayoutVars>
      </dgm:prSet>
      <dgm:spPr/>
    </dgm:pt>
    <dgm:pt modelId="{629233F1-EB0E-4FD6-B4D7-AEFBD0DF8D20}" type="pres">
      <dgm:prSet presAssocID="{59035383-99F2-4F2B-89A2-AF0285E20B90}" presName="sibTrans" presStyleCnt="0"/>
      <dgm:spPr/>
    </dgm:pt>
    <dgm:pt modelId="{D2E49D43-493F-4876-B795-CF8FDE7464CB}" type="pres">
      <dgm:prSet presAssocID="{7028D130-26BA-444E-9C17-86F2C0E3025A}" presName="node" presStyleLbl="node1" presStyleIdx="2" presStyleCnt="6">
        <dgm:presLayoutVars>
          <dgm:bulletEnabled val="1"/>
        </dgm:presLayoutVars>
      </dgm:prSet>
      <dgm:spPr/>
    </dgm:pt>
    <dgm:pt modelId="{E2290304-D1C5-49F3-8941-B3EF3891A955}" type="pres">
      <dgm:prSet presAssocID="{51B72044-8C38-409F-A05C-A4C0E1565ACE}" presName="sibTrans" presStyleCnt="0"/>
      <dgm:spPr/>
    </dgm:pt>
    <dgm:pt modelId="{B9B52C7F-0836-4129-8965-3A8A4CCE91C8}" type="pres">
      <dgm:prSet presAssocID="{6E924939-94BC-478F-BDFA-B84D36CF720E}" presName="node" presStyleLbl="node1" presStyleIdx="3" presStyleCnt="6">
        <dgm:presLayoutVars>
          <dgm:bulletEnabled val="1"/>
        </dgm:presLayoutVars>
      </dgm:prSet>
      <dgm:spPr/>
    </dgm:pt>
    <dgm:pt modelId="{2FDBF71B-EEB8-4EB2-A720-2106717AFDA7}" type="pres">
      <dgm:prSet presAssocID="{A357A0B9-1B85-4BB7-B56F-92DA75A33192}" presName="sibTrans" presStyleCnt="0"/>
      <dgm:spPr/>
    </dgm:pt>
    <dgm:pt modelId="{00E286D0-5547-4AFD-B299-3F7A6D25786E}" type="pres">
      <dgm:prSet presAssocID="{29AFCD8A-6342-41BE-A29B-416971790FA1}" presName="node" presStyleLbl="node1" presStyleIdx="4" presStyleCnt="6">
        <dgm:presLayoutVars>
          <dgm:bulletEnabled val="1"/>
        </dgm:presLayoutVars>
      </dgm:prSet>
      <dgm:spPr/>
    </dgm:pt>
    <dgm:pt modelId="{517CFED2-9FB0-42C5-8CF2-BA1D2A4ADAAD}" type="pres">
      <dgm:prSet presAssocID="{FA6DD545-BE64-4C82-B692-658FA95898D2}" presName="sibTrans" presStyleCnt="0"/>
      <dgm:spPr/>
    </dgm:pt>
    <dgm:pt modelId="{D63C535A-E9E8-4313-B2C3-8BD49521C7CB}" type="pres">
      <dgm:prSet presAssocID="{EC9FCA6A-C568-4D92-88D3-216FB41A2EFE}" presName="node" presStyleLbl="node1" presStyleIdx="5" presStyleCnt="6">
        <dgm:presLayoutVars>
          <dgm:bulletEnabled val="1"/>
        </dgm:presLayoutVars>
      </dgm:prSet>
      <dgm:spPr/>
    </dgm:pt>
  </dgm:ptLst>
  <dgm:cxnLst>
    <dgm:cxn modelId="{FCB56618-9EC6-4685-907C-D1DD681B37C1}" srcId="{16573164-ADE3-4255-B33A-B3D912FA17A2}" destId="{04C808C7-010B-4766-88D6-2E144FA87135}" srcOrd="1" destOrd="0" parTransId="{9E6127B8-5AF2-4EE5-97FD-63DEDBC07012}" sibTransId="{59035383-99F2-4F2B-89A2-AF0285E20B90}"/>
    <dgm:cxn modelId="{6DE7E02C-E24A-4969-B9B4-2C1BB88FFBC7}" type="presOf" srcId="{6E924939-94BC-478F-BDFA-B84D36CF720E}" destId="{B9B52C7F-0836-4129-8965-3A8A4CCE91C8}" srcOrd="0" destOrd="0" presId="urn:microsoft.com/office/officeart/2005/8/layout/default"/>
    <dgm:cxn modelId="{91AA7E3F-E64C-41CE-9D40-5A746C95C6D2}" srcId="{16573164-ADE3-4255-B33A-B3D912FA17A2}" destId="{6E924939-94BC-478F-BDFA-B84D36CF720E}" srcOrd="3" destOrd="0" parTransId="{868A57D5-27DD-4C13-9CC3-F49299F1AD67}" sibTransId="{A357A0B9-1B85-4BB7-B56F-92DA75A33192}"/>
    <dgm:cxn modelId="{82F40741-3032-4A62-B26C-AE324FC71A27}" srcId="{16573164-ADE3-4255-B33A-B3D912FA17A2}" destId="{29AFCD8A-6342-41BE-A29B-416971790FA1}" srcOrd="4" destOrd="0" parTransId="{58CB6B7D-7E2F-4B2D-9164-B87ED9684AFE}" sibTransId="{FA6DD545-BE64-4C82-B692-658FA95898D2}"/>
    <dgm:cxn modelId="{FF9D7364-5DEC-4BF6-AEDA-6FE0256E7DD5}" type="presOf" srcId="{04C808C7-010B-4766-88D6-2E144FA87135}" destId="{3C890DFD-A9E3-4686-A64F-621D768F6CC8}" srcOrd="0" destOrd="0" presId="urn:microsoft.com/office/officeart/2005/8/layout/default"/>
    <dgm:cxn modelId="{71F40F67-4730-4550-A6CF-8BAE61F75AD4}" type="presOf" srcId="{A0D0BD2E-FBA3-46B6-95E4-FE312AEDBAB6}" destId="{3D021E8F-FD9B-4D31-8EFE-7B1A8DC61737}" srcOrd="0" destOrd="0" presId="urn:microsoft.com/office/officeart/2005/8/layout/default"/>
    <dgm:cxn modelId="{0567AC7D-4E8C-4C34-A11A-4F61BA49A141}" type="presOf" srcId="{7028D130-26BA-444E-9C17-86F2C0E3025A}" destId="{D2E49D43-493F-4876-B795-CF8FDE7464CB}" srcOrd="0" destOrd="0" presId="urn:microsoft.com/office/officeart/2005/8/layout/default"/>
    <dgm:cxn modelId="{C9BA617E-7139-4FB5-9F8A-F0C2FAE2B26D}" srcId="{16573164-ADE3-4255-B33A-B3D912FA17A2}" destId="{A0D0BD2E-FBA3-46B6-95E4-FE312AEDBAB6}" srcOrd="0" destOrd="0" parTransId="{DEC6861E-443B-4221-BA7D-27934B217D07}" sibTransId="{A15FD294-F708-4D70-883A-1202FD3D8C40}"/>
    <dgm:cxn modelId="{7ABAAA8F-1A35-4FFD-98DB-5C38D664D3E6}" type="presOf" srcId="{EC9FCA6A-C568-4D92-88D3-216FB41A2EFE}" destId="{D63C535A-E9E8-4313-B2C3-8BD49521C7CB}" srcOrd="0" destOrd="0" presId="urn:microsoft.com/office/officeart/2005/8/layout/default"/>
    <dgm:cxn modelId="{48668C95-43A6-49DD-8593-F72BB8D4D366}" srcId="{16573164-ADE3-4255-B33A-B3D912FA17A2}" destId="{EC9FCA6A-C568-4D92-88D3-216FB41A2EFE}" srcOrd="5" destOrd="0" parTransId="{6DBE4670-FD2E-41DF-A087-EBAD4F33C546}" sibTransId="{8EF3FDEF-E91B-4C3E-95C5-A168382C5CCF}"/>
    <dgm:cxn modelId="{25974AD8-ECB4-403A-AD8E-75CE5241F61D}" type="presOf" srcId="{29AFCD8A-6342-41BE-A29B-416971790FA1}" destId="{00E286D0-5547-4AFD-B299-3F7A6D25786E}" srcOrd="0" destOrd="0" presId="urn:microsoft.com/office/officeart/2005/8/layout/default"/>
    <dgm:cxn modelId="{88D1D1DC-18AB-4ACB-82A6-1836CE285E0F}" srcId="{16573164-ADE3-4255-B33A-B3D912FA17A2}" destId="{7028D130-26BA-444E-9C17-86F2C0E3025A}" srcOrd="2" destOrd="0" parTransId="{08BB3FB5-4184-4568-9DB0-B3BA98F38A3A}" sibTransId="{51B72044-8C38-409F-A05C-A4C0E1565ACE}"/>
    <dgm:cxn modelId="{BA1A0CF0-2551-418D-BCAB-55B9020373E0}" type="presOf" srcId="{16573164-ADE3-4255-B33A-B3D912FA17A2}" destId="{B95FAA19-D9DC-4051-A1CF-F5A8AEAC4D60}" srcOrd="0" destOrd="0" presId="urn:microsoft.com/office/officeart/2005/8/layout/default"/>
    <dgm:cxn modelId="{22CC0427-3BC5-4B96-8F6C-497A6163773B}" type="presParOf" srcId="{B95FAA19-D9DC-4051-A1CF-F5A8AEAC4D60}" destId="{3D021E8F-FD9B-4D31-8EFE-7B1A8DC61737}" srcOrd="0" destOrd="0" presId="urn:microsoft.com/office/officeart/2005/8/layout/default"/>
    <dgm:cxn modelId="{616C4B9A-143B-4C72-9C17-79C0B0BE581C}" type="presParOf" srcId="{B95FAA19-D9DC-4051-A1CF-F5A8AEAC4D60}" destId="{7E79A5F3-5C7F-47D3-ADEA-763C72E4D365}" srcOrd="1" destOrd="0" presId="urn:microsoft.com/office/officeart/2005/8/layout/default"/>
    <dgm:cxn modelId="{20EDA261-FE9F-4730-9ABB-8549E7F95945}" type="presParOf" srcId="{B95FAA19-D9DC-4051-A1CF-F5A8AEAC4D60}" destId="{3C890DFD-A9E3-4686-A64F-621D768F6CC8}" srcOrd="2" destOrd="0" presId="urn:microsoft.com/office/officeart/2005/8/layout/default"/>
    <dgm:cxn modelId="{685206A5-F6A2-4DE1-9670-354DA62DDC89}" type="presParOf" srcId="{B95FAA19-D9DC-4051-A1CF-F5A8AEAC4D60}" destId="{629233F1-EB0E-4FD6-B4D7-AEFBD0DF8D20}" srcOrd="3" destOrd="0" presId="urn:microsoft.com/office/officeart/2005/8/layout/default"/>
    <dgm:cxn modelId="{58339998-2FF4-4912-94EE-F613BE34F87F}" type="presParOf" srcId="{B95FAA19-D9DC-4051-A1CF-F5A8AEAC4D60}" destId="{D2E49D43-493F-4876-B795-CF8FDE7464CB}" srcOrd="4" destOrd="0" presId="urn:microsoft.com/office/officeart/2005/8/layout/default"/>
    <dgm:cxn modelId="{CCD8E14D-3BAD-4D80-9BF3-2E98A7422862}" type="presParOf" srcId="{B95FAA19-D9DC-4051-A1CF-F5A8AEAC4D60}" destId="{E2290304-D1C5-49F3-8941-B3EF3891A955}" srcOrd="5" destOrd="0" presId="urn:microsoft.com/office/officeart/2005/8/layout/default"/>
    <dgm:cxn modelId="{BD84D503-543C-448D-864B-0F54FA37E004}" type="presParOf" srcId="{B95FAA19-D9DC-4051-A1CF-F5A8AEAC4D60}" destId="{B9B52C7F-0836-4129-8965-3A8A4CCE91C8}" srcOrd="6" destOrd="0" presId="urn:microsoft.com/office/officeart/2005/8/layout/default"/>
    <dgm:cxn modelId="{7988DAA1-1431-432C-B871-CC1AE200F679}" type="presParOf" srcId="{B95FAA19-D9DC-4051-A1CF-F5A8AEAC4D60}" destId="{2FDBF71B-EEB8-4EB2-A720-2106717AFDA7}" srcOrd="7" destOrd="0" presId="urn:microsoft.com/office/officeart/2005/8/layout/default"/>
    <dgm:cxn modelId="{2D88CC33-0A9C-420D-99C8-2DE38736407A}" type="presParOf" srcId="{B95FAA19-D9DC-4051-A1CF-F5A8AEAC4D60}" destId="{00E286D0-5547-4AFD-B299-3F7A6D25786E}" srcOrd="8" destOrd="0" presId="urn:microsoft.com/office/officeart/2005/8/layout/default"/>
    <dgm:cxn modelId="{25AAAF50-4859-42DF-9F35-7EFA996F80F7}" type="presParOf" srcId="{B95FAA19-D9DC-4051-A1CF-F5A8AEAC4D60}" destId="{517CFED2-9FB0-42C5-8CF2-BA1D2A4ADAAD}" srcOrd="9" destOrd="0" presId="urn:microsoft.com/office/officeart/2005/8/layout/default"/>
    <dgm:cxn modelId="{DB13F181-C0FE-4063-98F9-7B821E17EF50}" type="presParOf" srcId="{B95FAA19-D9DC-4051-A1CF-F5A8AEAC4D60}" destId="{D63C535A-E9E8-4313-B2C3-8BD49521C7C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D36E5EA-ED05-49C4-8846-A02945B91F39}" type="doc">
      <dgm:prSet loTypeId="urn:microsoft.com/office/officeart/2005/8/layout/vList4" loCatId="picture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2C92C524-9BA9-40C9-A9D3-071CBF8AD276}">
      <dgm:prSet phldrT="[Text]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</a:rPr>
            <a:t>Price Discovery and aggregation.</a:t>
          </a:r>
          <a:endParaRPr lang="en-IN" sz="2000" b="1" dirty="0">
            <a:solidFill>
              <a:schemeClr val="tx1"/>
            </a:solidFill>
          </a:endParaRPr>
        </a:p>
      </dgm:t>
    </dgm:pt>
    <dgm:pt modelId="{9D15F034-7B71-4F56-8175-CF21F497FD48}" type="parTrans" cxnId="{86A39532-6C4B-4F25-BF09-B66009B413A5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191BE2DA-5A73-427F-8F90-E9138DE24BD7}" type="sibTrans" cxnId="{86A39532-6C4B-4F25-BF09-B66009B413A5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AFF0844C-5F13-497D-B7B4-7DBF3008F75B}">
      <dgm:prSet phldrT="[Text]" custT="1"/>
      <dgm:spPr/>
      <dgm:t>
        <a:bodyPr/>
        <a:lstStyle/>
        <a:p>
          <a:pPr>
            <a:buNone/>
          </a:pPr>
          <a:r>
            <a:rPr lang="en-IN" sz="1400" dirty="0">
              <a:solidFill>
                <a:schemeClr val="tx1"/>
              </a:solidFill>
            </a:rPr>
            <a:t>Existing feeds (</a:t>
          </a:r>
          <a:r>
            <a:rPr lang="en-IN" sz="1400" dirty="0" err="1">
              <a:solidFill>
                <a:schemeClr val="tx1"/>
              </a:solidFill>
            </a:rPr>
            <a:t>eNAM</a:t>
          </a:r>
          <a:r>
            <a:rPr lang="en-IN" sz="1400" dirty="0">
              <a:solidFill>
                <a:schemeClr val="tx1"/>
              </a:solidFill>
            </a:rPr>
            <a:t>, </a:t>
          </a:r>
          <a:r>
            <a:rPr lang="en-IN" sz="1400" dirty="0" err="1">
              <a:solidFill>
                <a:schemeClr val="tx1"/>
              </a:solidFill>
            </a:rPr>
            <a:t>Agmarknet</a:t>
          </a:r>
          <a:r>
            <a:rPr lang="en-IN" sz="1400" dirty="0">
              <a:solidFill>
                <a:schemeClr val="tx1"/>
              </a:solidFill>
            </a:rPr>
            <a:t>); no new infra needed</a:t>
          </a:r>
          <a:br>
            <a:rPr lang="en-IN" sz="1200" dirty="0">
              <a:solidFill>
                <a:schemeClr val="tx1"/>
              </a:solidFill>
            </a:rPr>
          </a:br>
          <a:endParaRPr lang="en-IN" sz="1200" dirty="0">
            <a:solidFill>
              <a:schemeClr val="tx1"/>
            </a:solidFill>
          </a:endParaRPr>
        </a:p>
      </dgm:t>
    </dgm:pt>
    <dgm:pt modelId="{5F0CCCED-EE43-4B12-95ED-140EA98D4D9A}" type="parTrans" cxnId="{B021CBCF-31D9-4D22-A3BE-9D53EF254E4A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7CAD1D1A-B7F1-45BA-825A-F2F746D83379}" type="sibTrans" cxnId="{B021CBCF-31D9-4D22-A3BE-9D53EF254E4A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7C331C6A-D6F8-48BA-8420-B76772291CE8}">
      <dgm:prSet phldrT="[Text]" custT="1"/>
      <dgm:spPr/>
      <dgm:t>
        <a:bodyPr/>
        <a:lstStyle/>
        <a:p>
          <a:r>
            <a:rPr lang="en-US" sz="2000" b="1" dirty="0">
              <a:solidFill>
                <a:schemeClr val="tx1"/>
              </a:solidFill>
            </a:rPr>
            <a:t>Price Forecast System</a:t>
          </a:r>
          <a:endParaRPr lang="en-IN" sz="2000" b="1" dirty="0">
            <a:solidFill>
              <a:schemeClr val="tx1"/>
            </a:solidFill>
          </a:endParaRPr>
        </a:p>
      </dgm:t>
    </dgm:pt>
    <dgm:pt modelId="{73C791B8-9FBA-43EA-8428-602B034F3D11}" type="parTrans" cxnId="{B76900A2-E907-4AFA-A862-1959DFAB0FD6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838003D8-55B6-4A0E-BF91-5506E70E2A5A}" type="sibTrans" cxnId="{B76900A2-E907-4AFA-A862-1959DFAB0FD6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2159148D-9176-4776-8CF9-14E3DCA216FA}">
      <dgm:prSet phldrT="[Text]" custT="1"/>
      <dgm:spPr/>
      <dgm:t>
        <a:bodyPr/>
        <a:lstStyle/>
        <a:p>
          <a:pPr>
            <a:buNone/>
          </a:pPr>
          <a:r>
            <a:rPr lang="en-IN" sz="1600" b="0" i="0" dirty="0">
              <a:solidFill>
                <a:schemeClr val="tx1"/>
              </a:solidFill>
            </a:rPr>
            <a:t>Pre-built lightweight model; fast, low-cost to train</a:t>
          </a:r>
          <a:endParaRPr lang="en-IN" sz="1600" dirty="0">
            <a:solidFill>
              <a:schemeClr val="tx1"/>
            </a:solidFill>
          </a:endParaRPr>
        </a:p>
      </dgm:t>
    </dgm:pt>
    <dgm:pt modelId="{74DF7715-9660-4256-8136-C7444FE1C5C1}" type="parTrans" cxnId="{1DC7223B-16D2-4E54-9978-F59FBD4779EE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E844DAB8-3979-4B13-BA90-A1B4571BCB73}" type="sibTrans" cxnId="{1DC7223B-16D2-4E54-9978-F59FBD4779EE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40E27A66-1F48-4850-9C00-308E443DE899}">
      <dgm:prSet phldrT="[Text]"/>
      <dgm:spPr/>
      <dgm:t>
        <a:bodyPr/>
        <a:lstStyle/>
        <a:p>
          <a:pPr>
            <a:buNone/>
          </a:pPr>
          <a:endParaRPr lang="en-IN" sz="1500" dirty="0">
            <a:solidFill>
              <a:schemeClr val="tx1"/>
            </a:solidFill>
          </a:endParaRPr>
        </a:p>
      </dgm:t>
    </dgm:pt>
    <dgm:pt modelId="{D73F724B-1AE5-4274-9DC8-FFD8F314B2EE}" type="parTrans" cxnId="{0FD2053E-7B60-43BB-9A75-46F5A2AA32A8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2B7ABFD8-9CBA-4FA9-AD04-E8D7236EB840}" type="sibTrans" cxnId="{0FD2053E-7B60-43BB-9A75-46F5A2AA32A8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565F0286-3ACF-460A-BFD8-CCF5D7E8AC49}">
      <dgm:prSet phldrT="[Text]" phldr="0" custT="1"/>
      <dgm:spPr/>
      <dgm:t>
        <a:bodyPr/>
        <a:lstStyle/>
        <a:p>
          <a:pPr>
            <a:buNone/>
          </a:pPr>
          <a:r>
            <a:rPr lang="en-US" sz="2000" b="1" dirty="0">
              <a:solidFill>
                <a:schemeClr val="tx1"/>
              </a:solidFill>
            </a:rPr>
            <a:t>Price Pooling</a:t>
          </a:r>
          <a:endParaRPr lang="en-IN" sz="2000" b="1" dirty="0">
            <a:solidFill>
              <a:schemeClr val="tx1"/>
            </a:solidFill>
          </a:endParaRPr>
        </a:p>
      </dgm:t>
    </dgm:pt>
    <dgm:pt modelId="{7C4616DF-F194-4737-87C4-36DFCBCED0DC}" type="parTrans" cxnId="{3F67231B-8E3E-4087-B556-B1482086D086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7AE06E41-1503-4114-8EC5-2BDBE0583234}" type="sibTrans" cxnId="{3F67231B-8E3E-4087-B556-B1482086D086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21B6FF06-80E6-47D1-8EB7-510C69BCE14A}">
      <dgm:prSet phldrT="[Text]" phldr="0" custT="1"/>
      <dgm:spPr/>
      <dgm:t>
        <a:bodyPr/>
        <a:lstStyle/>
        <a:p>
          <a:pPr>
            <a:buNone/>
          </a:pPr>
          <a:r>
            <a:rPr lang="en-IN" sz="2000" b="1" i="0" dirty="0">
              <a:solidFill>
                <a:schemeClr val="tx1"/>
              </a:solidFill>
            </a:rPr>
            <a:t>Warehouse &amp; Silo Finder</a:t>
          </a:r>
          <a:endParaRPr lang="en-IN" sz="2000" b="1" dirty="0">
            <a:solidFill>
              <a:schemeClr val="tx1"/>
            </a:solidFill>
          </a:endParaRPr>
        </a:p>
      </dgm:t>
    </dgm:pt>
    <dgm:pt modelId="{D858B170-79B8-4F02-85C0-5AC729E51D66}" type="parTrans" cxnId="{9D757F88-428E-4667-813E-3940A945D919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DB850DD4-CD01-4197-8BC6-B0DF88954EB9}" type="sibTrans" cxnId="{9D757F88-428E-4667-813E-3940A945D919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53FBBC2F-E233-4040-B0B0-5F66A8D6C4B2}">
      <dgm:prSet phldrT="[Text]" phldr="0" custT="1"/>
      <dgm:spPr/>
      <dgm:t>
        <a:bodyPr/>
        <a:lstStyle/>
        <a:p>
          <a:pPr>
            <a:buNone/>
          </a:pPr>
          <a:r>
            <a:rPr lang="en-IN" sz="1600" dirty="0">
              <a:solidFill>
                <a:schemeClr val="tx1"/>
              </a:solidFill>
            </a:rPr>
            <a:t>Simple model farmers; already pool informally</a:t>
          </a:r>
        </a:p>
      </dgm:t>
    </dgm:pt>
    <dgm:pt modelId="{1BCC9114-5D13-4D62-9BD4-DEF416E084F9}" type="parTrans" cxnId="{63BFEF73-9C37-4CFB-9785-6F890BDA2881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5363ED1E-78EF-4DEA-88A8-A78E25F325A6}" type="sibTrans" cxnId="{63BFEF73-9C37-4CFB-9785-6F890BDA2881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D7ECE4A0-BA0A-4DD7-A49A-7B1031FAFC2B}">
      <dgm:prSet phldrT="[Text]" custT="1"/>
      <dgm:spPr/>
      <dgm:t>
        <a:bodyPr/>
        <a:lstStyle/>
        <a:p>
          <a:pPr>
            <a:buNone/>
          </a:pPr>
          <a:r>
            <a:rPr lang="en-IN" sz="1600" b="0" i="0" dirty="0">
              <a:solidFill>
                <a:schemeClr val="tx1"/>
              </a:solidFill>
            </a:rPr>
            <a:t>Location of warehouse data; commonly used</a:t>
          </a:r>
          <a:endParaRPr lang="en-IN" sz="1600" dirty="0">
            <a:solidFill>
              <a:schemeClr val="tx1"/>
            </a:solidFill>
          </a:endParaRPr>
        </a:p>
      </dgm:t>
    </dgm:pt>
    <dgm:pt modelId="{4DEA5A0D-36FF-4606-A724-4EBEEB83D5AE}" type="parTrans" cxnId="{8D11C159-F055-41E1-8322-9164A4B8078B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3EBC8FEE-3FE3-4FAF-844C-AF63FA2FB659}" type="sibTrans" cxnId="{8D11C159-F055-41E1-8322-9164A4B8078B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572F3169-BC4B-438E-8CF8-2AE2585B6188}">
      <dgm:prSet phldrT="[Text]" custT="1"/>
      <dgm:spPr/>
      <dgm:t>
        <a:bodyPr/>
        <a:lstStyle/>
        <a:p>
          <a:pPr>
            <a:buNone/>
          </a:pPr>
          <a:r>
            <a:rPr lang="en-IN" sz="2000" b="1" dirty="0">
              <a:solidFill>
                <a:schemeClr val="tx1"/>
              </a:solidFill>
            </a:rPr>
            <a:t>AI Grading System</a:t>
          </a:r>
          <a:endParaRPr lang="en-IN" sz="1800" dirty="0">
            <a:solidFill>
              <a:schemeClr val="tx1"/>
            </a:solidFill>
          </a:endParaRPr>
        </a:p>
      </dgm:t>
    </dgm:pt>
    <dgm:pt modelId="{EB639284-F00B-45F3-A238-76439C665DE0}" type="sibTrans" cxnId="{5334043D-AB3D-4760-B0F3-F5ECF75D06E3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59A37563-4EB6-4E52-A6EB-1FD4942D2950}" type="parTrans" cxnId="{5334043D-AB3D-4760-B0F3-F5ECF75D06E3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79581F19-7A5F-4A0A-BC9A-B37721734981}">
      <dgm:prSet phldrT="[Text]" custT="1"/>
      <dgm:spPr/>
      <dgm:t>
        <a:bodyPr/>
        <a:lstStyle/>
        <a:p>
          <a:pPr>
            <a:buNone/>
          </a:pPr>
          <a:r>
            <a:rPr lang="en-IN" sz="1400" dirty="0">
              <a:solidFill>
                <a:schemeClr val="tx1"/>
              </a:solidFill>
            </a:rPr>
            <a:t>Open Source Models with custom trained data; Cuts Load</a:t>
          </a:r>
        </a:p>
      </dgm:t>
    </dgm:pt>
    <dgm:pt modelId="{B319EA7E-3E7B-465E-BA68-1245176157DD}" type="sibTrans" cxnId="{E2D42307-28DE-40D2-909C-136D8E718681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C34E626A-8DCA-4528-A797-7FF25B7BF313}" type="parTrans" cxnId="{E2D42307-28DE-40D2-909C-136D8E718681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DA0CABF8-26E0-48F1-924A-825ACB6A1602}">
      <dgm:prSet phldrT="[Text]" phldr="0" custT="1"/>
      <dgm:spPr/>
      <dgm:t>
        <a:bodyPr/>
        <a:lstStyle/>
        <a:p>
          <a:pPr>
            <a:buNone/>
          </a:pPr>
          <a:r>
            <a:rPr lang="en-IN" sz="2000" b="1" dirty="0">
              <a:solidFill>
                <a:schemeClr val="tx1"/>
              </a:solidFill>
            </a:rPr>
            <a:t>Anchor Buyers and Pledge Loans</a:t>
          </a:r>
        </a:p>
      </dgm:t>
    </dgm:pt>
    <dgm:pt modelId="{A614A994-F510-40DC-B79B-D2BCC113E50B}" type="parTrans" cxnId="{5F30C4F2-8B5E-4A18-AA76-173AA7EC97D8}">
      <dgm:prSet/>
      <dgm:spPr/>
      <dgm:t>
        <a:bodyPr/>
        <a:lstStyle/>
        <a:p>
          <a:endParaRPr lang="en-IN"/>
        </a:p>
      </dgm:t>
    </dgm:pt>
    <dgm:pt modelId="{8943520A-CECD-4CBF-996C-F82A60E7E358}" type="sibTrans" cxnId="{5F30C4F2-8B5E-4A18-AA76-173AA7EC97D8}">
      <dgm:prSet/>
      <dgm:spPr/>
      <dgm:t>
        <a:bodyPr/>
        <a:lstStyle/>
        <a:p>
          <a:endParaRPr lang="en-IN"/>
        </a:p>
      </dgm:t>
    </dgm:pt>
    <dgm:pt modelId="{19462CF5-4370-4151-965A-8EFA5368A8AD}">
      <dgm:prSet phldrT="[Text]" phldr="0" custT="1"/>
      <dgm:spPr/>
      <dgm:t>
        <a:bodyPr/>
        <a:lstStyle/>
        <a:p>
          <a:pPr>
            <a:buNone/>
          </a:pPr>
          <a:r>
            <a:rPr lang="en-IN" sz="1200" dirty="0">
              <a:solidFill>
                <a:schemeClr val="tx1"/>
              </a:solidFill>
            </a:rPr>
            <a:t>24/7 demand and loans with crops as collateral; Solves Liquidity</a:t>
          </a:r>
        </a:p>
      </dgm:t>
    </dgm:pt>
    <dgm:pt modelId="{D5F1B984-E83D-49FB-AC1E-2D6E2890B64D}" type="parTrans" cxnId="{7E5769DE-4D00-4017-BD55-D5DA63892BF8}">
      <dgm:prSet/>
      <dgm:spPr/>
      <dgm:t>
        <a:bodyPr/>
        <a:lstStyle/>
        <a:p>
          <a:endParaRPr lang="en-IN"/>
        </a:p>
      </dgm:t>
    </dgm:pt>
    <dgm:pt modelId="{167C80E7-66AC-4703-BB34-ED542873888D}" type="sibTrans" cxnId="{7E5769DE-4D00-4017-BD55-D5DA63892BF8}">
      <dgm:prSet/>
      <dgm:spPr/>
      <dgm:t>
        <a:bodyPr/>
        <a:lstStyle/>
        <a:p>
          <a:endParaRPr lang="en-IN"/>
        </a:p>
      </dgm:t>
    </dgm:pt>
    <dgm:pt modelId="{89FC78C8-EFF9-47F8-82ED-C46740FFB20D}" type="pres">
      <dgm:prSet presAssocID="{8D36E5EA-ED05-49C4-8846-A02945B91F39}" presName="linear" presStyleCnt="0">
        <dgm:presLayoutVars>
          <dgm:dir/>
          <dgm:resizeHandles val="exact"/>
        </dgm:presLayoutVars>
      </dgm:prSet>
      <dgm:spPr/>
    </dgm:pt>
    <dgm:pt modelId="{56C1A114-C9F6-448F-A36A-CD1C9AFE2691}" type="pres">
      <dgm:prSet presAssocID="{2C92C524-9BA9-40C9-A9D3-071CBF8AD276}" presName="comp" presStyleCnt="0"/>
      <dgm:spPr/>
    </dgm:pt>
    <dgm:pt modelId="{5DCB9415-1FDE-4A3C-8E13-C33057E29B86}" type="pres">
      <dgm:prSet presAssocID="{2C92C524-9BA9-40C9-A9D3-071CBF8AD276}" presName="box" presStyleLbl="node1" presStyleIdx="0" presStyleCnt="6" custLinFactNeighborX="9691" custLinFactNeighborY="5516"/>
      <dgm:spPr/>
    </dgm:pt>
    <dgm:pt modelId="{62D099B1-4F0A-4117-A74A-FA58D5CA145C}" type="pres">
      <dgm:prSet presAssocID="{2C92C524-9BA9-40C9-A9D3-071CBF8AD276}" presName="img" presStyleLbl="fgImgPlace1" presStyleIdx="0" presStyleCnt="6" custLinFactNeighborX="-2494" custLinFactNeighborY="6163"/>
      <dgm:spPr>
        <a:prstGeom prst="roundRect">
          <a:avLst/>
        </a:prstGeom>
        <a:blipFill>
          <a:blip xmlns:r="http://schemas.openxmlformats.org/officeDocument/2006/relationships" r:embed="rId1"/>
          <a:srcRect/>
          <a:stretch>
            <a:fillRect t="-14000" b="-14000"/>
          </a:stretch>
        </a:blipFill>
      </dgm:spPr>
    </dgm:pt>
    <dgm:pt modelId="{3B181102-2E57-4202-96C0-BF62CF7DD123}" type="pres">
      <dgm:prSet presAssocID="{2C92C524-9BA9-40C9-A9D3-071CBF8AD276}" presName="text" presStyleLbl="node1" presStyleIdx="0" presStyleCnt="6">
        <dgm:presLayoutVars>
          <dgm:bulletEnabled val="1"/>
        </dgm:presLayoutVars>
      </dgm:prSet>
      <dgm:spPr/>
    </dgm:pt>
    <dgm:pt modelId="{173E2D34-14D2-4F91-A106-C9D77DE53F59}" type="pres">
      <dgm:prSet presAssocID="{191BE2DA-5A73-427F-8F90-E9138DE24BD7}" presName="spacer" presStyleCnt="0"/>
      <dgm:spPr/>
    </dgm:pt>
    <dgm:pt modelId="{DB2A413A-84CB-4AFA-887F-0EEE9AFC3BC5}" type="pres">
      <dgm:prSet presAssocID="{572F3169-BC4B-438E-8CF8-2AE2585B6188}" presName="comp" presStyleCnt="0"/>
      <dgm:spPr/>
    </dgm:pt>
    <dgm:pt modelId="{C89AD75B-C57A-4AA1-8B89-2820ACFC46E8}" type="pres">
      <dgm:prSet presAssocID="{572F3169-BC4B-438E-8CF8-2AE2585B6188}" presName="box" presStyleLbl="node1" presStyleIdx="1" presStyleCnt="6"/>
      <dgm:spPr/>
    </dgm:pt>
    <dgm:pt modelId="{D1771468-5C50-45D6-8278-38CDC3E40D42}" type="pres">
      <dgm:prSet presAssocID="{572F3169-BC4B-438E-8CF8-2AE2585B6188}" presName="img" presStyleLbl="fgImgPlace1" presStyleIdx="1" presStyleCnt="6" custLinFactNeighborX="-2494" custLinFactNeighborY="-3076"/>
      <dgm:spPr>
        <a:blipFill>
          <a:blip xmlns:r="http://schemas.openxmlformats.org/officeDocument/2006/relationships" r:embed="rId2"/>
          <a:srcRect/>
          <a:stretch>
            <a:fillRect t="-14000" b="-14000"/>
          </a:stretch>
        </a:blipFill>
      </dgm:spPr>
    </dgm:pt>
    <dgm:pt modelId="{499D4972-FBD8-4B4A-95D6-B13C2204FD73}" type="pres">
      <dgm:prSet presAssocID="{572F3169-BC4B-438E-8CF8-2AE2585B6188}" presName="text" presStyleLbl="node1" presStyleIdx="1" presStyleCnt="6">
        <dgm:presLayoutVars>
          <dgm:bulletEnabled val="1"/>
        </dgm:presLayoutVars>
      </dgm:prSet>
      <dgm:spPr/>
    </dgm:pt>
    <dgm:pt modelId="{A492E2D3-FCDF-4FDD-AF1F-E0CE0DFC0B81}" type="pres">
      <dgm:prSet presAssocID="{EB639284-F00B-45F3-A238-76439C665DE0}" presName="spacer" presStyleCnt="0"/>
      <dgm:spPr/>
    </dgm:pt>
    <dgm:pt modelId="{79547739-6D7F-46E7-B057-1169F3F1DC4C}" type="pres">
      <dgm:prSet presAssocID="{7C331C6A-D6F8-48BA-8420-B76772291CE8}" presName="comp" presStyleCnt="0"/>
      <dgm:spPr/>
    </dgm:pt>
    <dgm:pt modelId="{F49A6980-DABC-42C3-896F-13C388400A4B}" type="pres">
      <dgm:prSet presAssocID="{7C331C6A-D6F8-48BA-8420-B76772291CE8}" presName="box" presStyleLbl="node1" presStyleIdx="2" presStyleCnt="6"/>
      <dgm:spPr/>
    </dgm:pt>
    <dgm:pt modelId="{AAFFF988-FD7D-439C-ABDD-F7979AB00E2E}" type="pres">
      <dgm:prSet presAssocID="{7C331C6A-D6F8-48BA-8420-B76772291CE8}" presName="img" presStyleLbl="fgImgPlace1" presStyleIdx="2" presStyleCnt="6" custLinFactNeighborX="-2494" custLinFactNeighborY="-1746"/>
      <dgm:spPr>
        <a:blipFill>
          <a:blip xmlns:r="http://schemas.openxmlformats.org/officeDocument/2006/relationships" r:embed="rId3"/>
          <a:srcRect/>
          <a:stretch>
            <a:fillRect t="-14000" b="-14000"/>
          </a:stretch>
        </a:blipFill>
      </dgm:spPr>
    </dgm:pt>
    <dgm:pt modelId="{7B7E9668-ACE5-40D9-9ADA-0E3D8AB87957}" type="pres">
      <dgm:prSet presAssocID="{7C331C6A-D6F8-48BA-8420-B76772291CE8}" presName="text" presStyleLbl="node1" presStyleIdx="2" presStyleCnt="6">
        <dgm:presLayoutVars>
          <dgm:bulletEnabled val="1"/>
        </dgm:presLayoutVars>
      </dgm:prSet>
      <dgm:spPr/>
    </dgm:pt>
    <dgm:pt modelId="{AB6078AE-1902-480A-8DDB-CDF51A520A85}" type="pres">
      <dgm:prSet presAssocID="{838003D8-55B6-4A0E-BF91-5506E70E2A5A}" presName="spacer" presStyleCnt="0"/>
      <dgm:spPr/>
    </dgm:pt>
    <dgm:pt modelId="{9364F2E3-BEAA-497F-A4A6-7B0F9AEA9084}" type="pres">
      <dgm:prSet presAssocID="{DA0CABF8-26E0-48F1-924A-825ACB6A1602}" presName="comp" presStyleCnt="0"/>
      <dgm:spPr/>
    </dgm:pt>
    <dgm:pt modelId="{6D77FA3B-E963-4D01-B4CF-465C2A332700}" type="pres">
      <dgm:prSet presAssocID="{DA0CABF8-26E0-48F1-924A-825ACB6A1602}" presName="box" presStyleLbl="node1" presStyleIdx="3" presStyleCnt="6"/>
      <dgm:spPr/>
    </dgm:pt>
    <dgm:pt modelId="{040BAF7E-4D7C-4DC8-93CB-10D42457D514}" type="pres">
      <dgm:prSet presAssocID="{DA0CABF8-26E0-48F1-924A-825ACB6A1602}" presName="img" presStyleLbl="fgImgPlace1" presStyleIdx="3" presStyleCnt="6"/>
      <dgm:spPr>
        <a:blipFill>
          <a:blip xmlns:r="http://schemas.openxmlformats.org/officeDocument/2006/relationships" r:embed="rId4"/>
          <a:srcRect/>
          <a:stretch>
            <a:fillRect l="-16000" r="-16000"/>
          </a:stretch>
        </a:blipFill>
      </dgm:spPr>
    </dgm:pt>
    <dgm:pt modelId="{B92350A5-9CA5-4670-93CD-4088A34D4FC7}" type="pres">
      <dgm:prSet presAssocID="{DA0CABF8-26E0-48F1-924A-825ACB6A1602}" presName="text" presStyleLbl="node1" presStyleIdx="3" presStyleCnt="6">
        <dgm:presLayoutVars>
          <dgm:bulletEnabled val="1"/>
        </dgm:presLayoutVars>
      </dgm:prSet>
      <dgm:spPr/>
    </dgm:pt>
    <dgm:pt modelId="{9539F6CB-3CC0-4963-BF74-E451516FA3C0}" type="pres">
      <dgm:prSet presAssocID="{8943520A-CECD-4CBF-996C-F82A60E7E358}" presName="spacer" presStyleCnt="0"/>
      <dgm:spPr/>
    </dgm:pt>
    <dgm:pt modelId="{F5DDA324-6A42-437C-9D29-5F5E25471DE9}" type="pres">
      <dgm:prSet presAssocID="{565F0286-3ACF-460A-BFD8-CCF5D7E8AC49}" presName="comp" presStyleCnt="0"/>
      <dgm:spPr/>
    </dgm:pt>
    <dgm:pt modelId="{EF0F7A84-6BB9-4928-B819-37ECDF6929E9}" type="pres">
      <dgm:prSet presAssocID="{565F0286-3ACF-460A-BFD8-CCF5D7E8AC49}" presName="box" presStyleLbl="node1" presStyleIdx="4" presStyleCnt="6"/>
      <dgm:spPr/>
    </dgm:pt>
    <dgm:pt modelId="{6E9CAB23-4A49-4DF2-AAA7-4DF527B72DC5}" type="pres">
      <dgm:prSet presAssocID="{565F0286-3ACF-460A-BFD8-CCF5D7E8AC49}" presName="img" presStyleLbl="fgImgPlace1" presStyleIdx="4" presStyleCnt="6" custLinFactNeighborX="-2494" custLinFactNeighborY="-1746"/>
      <dgm:spPr>
        <a:blipFill>
          <a:blip xmlns:r="http://schemas.openxmlformats.org/officeDocument/2006/relationships" r:embed="rId5"/>
          <a:srcRect/>
          <a:stretch>
            <a:fillRect t="-14000" b="-14000"/>
          </a:stretch>
        </a:blipFill>
      </dgm:spPr>
    </dgm:pt>
    <dgm:pt modelId="{0B7C367B-891E-42C6-9273-6010F109D9D2}" type="pres">
      <dgm:prSet presAssocID="{565F0286-3ACF-460A-BFD8-CCF5D7E8AC49}" presName="text" presStyleLbl="node1" presStyleIdx="4" presStyleCnt="6">
        <dgm:presLayoutVars>
          <dgm:bulletEnabled val="1"/>
        </dgm:presLayoutVars>
      </dgm:prSet>
      <dgm:spPr/>
    </dgm:pt>
    <dgm:pt modelId="{F8F48B2E-3991-431A-9B76-E24AADAE658B}" type="pres">
      <dgm:prSet presAssocID="{7AE06E41-1503-4114-8EC5-2BDBE0583234}" presName="spacer" presStyleCnt="0"/>
      <dgm:spPr/>
    </dgm:pt>
    <dgm:pt modelId="{059F3371-E42C-4A1F-924A-A6EDEF11D5AE}" type="pres">
      <dgm:prSet presAssocID="{21B6FF06-80E6-47D1-8EB7-510C69BCE14A}" presName="comp" presStyleCnt="0"/>
      <dgm:spPr/>
    </dgm:pt>
    <dgm:pt modelId="{79C0E89E-B090-490B-AB48-DA6B813B6BB5}" type="pres">
      <dgm:prSet presAssocID="{21B6FF06-80E6-47D1-8EB7-510C69BCE14A}" presName="box" presStyleLbl="node1" presStyleIdx="5" presStyleCnt="6"/>
      <dgm:spPr/>
    </dgm:pt>
    <dgm:pt modelId="{13D71B20-5C23-4144-B023-E9A9D32172C1}" type="pres">
      <dgm:prSet presAssocID="{21B6FF06-80E6-47D1-8EB7-510C69BCE14A}" presName="img" presStyleLbl="fgImgPlace1" presStyleIdx="5" presStyleCnt="6" custScaleX="102525" custScaleY="98474" custLinFactNeighborX="-1231" custLinFactNeighborY="1674"/>
      <dgm:spPr>
        <a:prstGeom prst="roundRect">
          <a:avLst/>
        </a:prstGeom>
        <a:blipFill>
          <a:blip xmlns:r="http://schemas.openxmlformats.org/officeDocument/2006/relationships" r:embed="rId6"/>
          <a:srcRect/>
          <a:stretch>
            <a:fillRect t="-17000" b="-17000"/>
          </a:stretch>
        </a:blipFill>
      </dgm:spPr>
    </dgm:pt>
    <dgm:pt modelId="{FB7B8E1A-5621-4988-91E4-E7EB4EE1E2C5}" type="pres">
      <dgm:prSet presAssocID="{21B6FF06-80E6-47D1-8EB7-510C69BCE14A}" presName="text" presStyleLbl="node1" presStyleIdx="5" presStyleCnt="6">
        <dgm:presLayoutVars>
          <dgm:bulletEnabled val="1"/>
        </dgm:presLayoutVars>
      </dgm:prSet>
      <dgm:spPr/>
    </dgm:pt>
  </dgm:ptLst>
  <dgm:cxnLst>
    <dgm:cxn modelId="{9CED9305-73A5-4CA4-9BF4-988F187562F1}" type="presOf" srcId="{79581F19-7A5F-4A0A-BC9A-B37721734981}" destId="{499D4972-FBD8-4B4A-95D6-B13C2204FD73}" srcOrd="1" destOrd="1" presId="urn:microsoft.com/office/officeart/2005/8/layout/vList4"/>
    <dgm:cxn modelId="{E2D42307-28DE-40D2-909C-136D8E718681}" srcId="{572F3169-BC4B-438E-8CF8-2AE2585B6188}" destId="{79581F19-7A5F-4A0A-BC9A-B37721734981}" srcOrd="0" destOrd="0" parTransId="{C34E626A-8DCA-4528-A797-7FF25B7BF313}" sibTransId="{B319EA7E-3E7B-465E-BA68-1245176157DD}"/>
    <dgm:cxn modelId="{4527E907-8800-4E5F-9F52-4E962B48E515}" type="presOf" srcId="{AFF0844C-5F13-497D-B7B4-7DBF3008F75B}" destId="{3B181102-2E57-4202-96C0-BF62CF7DD123}" srcOrd="1" destOrd="1" presId="urn:microsoft.com/office/officeart/2005/8/layout/vList4"/>
    <dgm:cxn modelId="{A0CBFE19-DB2B-4001-9009-CA9DA2ABAB93}" type="presOf" srcId="{572F3169-BC4B-438E-8CF8-2AE2585B6188}" destId="{C89AD75B-C57A-4AA1-8B89-2820ACFC46E8}" srcOrd="0" destOrd="0" presId="urn:microsoft.com/office/officeart/2005/8/layout/vList4"/>
    <dgm:cxn modelId="{3F67231B-8E3E-4087-B556-B1482086D086}" srcId="{8D36E5EA-ED05-49C4-8846-A02945B91F39}" destId="{565F0286-3ACF-460A-BFD8-CCF5D7E8AC49}" srcOrd="4" destOrd="0" parTransId="{7C4616DF-F194-4737-87C4-36DFCBCED0DC}" sibTransId="{7AE06E41-1503-4114-8EC5-2BDBE0583234}"/>
    <dgm:cxn modelId="{B0F2CE29-61EB-4E0D-8E6F-0B5037DB7DEC}" type="presOf" srcId="{AFF0844C-5F13-497D-B7B4-7DBF3008F75B}" destId="{5DCB9415-1FDE-4A3C-8E13-C33057E29B86}" srcOrd="0" destOrd="1" presId="urn:microsoft.com/office/officeart/2005/8/layout/vList4"/>
    <dgm:cxn modelId="{8818222A-8D9B-4905-B2BE-353323E2C020}" type="presOf" srcId="{565F0286-3ACF-460A-BFD8-CCF5D7E8AC49}" destId="{EF0F7A84-6BB9-4928-B819-37ECDF6929E9}" srcOrd="0" destOrd="0" presId="urn:microsoft.com/office/officeart/2005/8/layout/vList4"/>
    <dgm:cxn modelId="{31A7752D-4EA4-4620-B047-CBFCB4E9D630}" type="presOf" srcId="{19462CF5-4370-4151-965A-8EFA5368A8AD}" destId="{6D77FA3B-E963-4D01-B4CF-465C2A332700}" srcOrd="0" destOrd="1" presId="urn:microsoft.com/office/officeart/2005/8/layout/vList4"/>
    <dgm:cxn modelId="{86A39532-6C4B-4F25-BF09-B66009B413A5}" srcId="{8D36E5EA-ED05-49C4-8846-A02945B91F39}" destId="{2C92C524-9BA9-40C9-A9D3-071CBF8AD276}" srcOrd="0" destOrd="0" parTransId="{9D15F034-7B71-4F56-8175-CF21F497FD48}" sibTransId="{191BE2DA-5A73-427F-8F90-E9138DE24BD7}"/>
    <dgm:cxn modelId="{1DC7223B-16D2-4E54-9978-F59FBD4779EE}" srcId="{7C331C6A-D6F8-48BA-8420-B76772291CE8}" destId="{2159148D-9176-4776-8CF9-14E3DCA216FA}" srcOrd="0" destOrd="0" parTransId="{74DF7715-9660-4256-8136-C7444FE1C5C1}" sibTransId="{E844DAB8-3979-4B13-BA90-A1B4571BCB73}"/>
    <dgm:cxn modelId="{5334043D-AB3D-4760-B0F3-F5ECF75D06E3}" srcId="{8D36E5EA-ED05-49C4-8846-A02945B91F39}" destId="{572F3169-BC4B-438E-8CF8-2AE2585B6188}" srcOrd="1" destOrd="0" parTransId="{59A37563-4EB6-4E52-A6EB-1FD4942D2950}" sibTransId="{EB639284-F00B-45F3-A238-76439C665DE0}"/>
    <dgm:cxn modelId="{0FD2053E-7B60-43BB-9A75-46F5A2AA32A8}" srcId="{7C331C6A-D6F8-48BA-8420-B76772291CE8}" destId="{40E27A66-1F48-4850-9C00-308E443DE899}" srcOrd="1" destOrd="0" parTransId="{D73F724B-1AE5-4274-9DC8-FFD8F314B2EE}" sibTransId="{2B7ABFD8-9CBA-4FA9-AD04-E8D7236EB840}"/>
    <dgm:cxn modelId="{54AE795B-DE5A-4E56-9708-86ECC87E0510}" type="presOf" srcId="{7C331C6A-D6F8-48BA-8420-B76772291CE8}" destId="{F49A6980-DABC-42C3-896F-13C388400A4B}" srcOrd="0" destOrd="0" presId="urn:microsoft.com/office/officeart/2005/8/layout/vList4"/>
    <dgm:cxn modelId="{FE2AFC61-F472-4F09-B42C-471F024E77EF}" type="presOf" srcId="{21B6FF06-80E6-47D1-8EB7-510C69BCE14A}" destId="{79C0E89E-B090-490B-AB48-DA6B813B6BB5}" srcOrd="0" destOrd="0" presId="urn:microsoft.com/office/officeart/2005/8/layout/vList4"/>
    <dgm:cxn modelId="{E15C2565-A479-446E-A68C-76E673E20E24}" type="presOf" srcId="{D7ECE4A0-BA0A-4DD7-A49A-7B1031FAFC2B}" destId="{FB7B8E1A-5621-4988-91E4-E7EB4EE1E2C5}" srcOrd="1" destOrd="1" presId="urn:microsoft.com/office/officeart/2005/8/layout/vList4"/>
    <dgm:cxn modelId="{89D86C66-B7F1-4C11-904D-36BE926D3DC9}" type="presOf" srcId="{21B6FF06-80E6-47D1-8EB7-510C69BCE14A}" destId="{FB7B8E1A-5621-4988-91E4-E7EB4EE1E2C5}" srcOrd="1" destOrd="0" presId="urn:microsoft.com/office/officeart/2005/8/layout/vList4"/>
    <dgm:cxn modelId="{C42B6048-48E5-4A85-ADF6-12E8CBC6BB22}" type="presOf" srcId="{8D36E5EA-ED05-49C4-8846-A02945B91F39}" destId="{89FC78C8-EFF9-47F8-82ED-C46740FFB20D}" srcOrd="0" destOrd="0" presId="urn:microsoft.com/office/officeart/2005/8/layout/vList4"/>
    <dgm:cxn modelId="{913FD34D-ACB6-4F9C-8531-31741B5E5A7F}" type="presOf" srcId="{7C331C6A-D6F8-48BA-8420-B76772291CE8}" destId="{7B7E9668-ACE5-40D9-9ADA-0E3D8AB87957}" srcOrd="1" destOrd="0" presId="urn:microsoft.com/office/officeart/2005/8/layout/vList4"/>
    <dgm:cxn modelId="{56888051-5C93-4801-9E27-8647CE6B9B7E}" type="presOf" srcId="{572F3169-BC4B-438E-8CF8-2AE2585B6188}" destId="{499D4972-FBD8-4B4A-95D6-B13C2204FD73}" srcOrd="1" destOrd="0" presId="urn:microsoft.com/office/officeart/2005/8/layout/vList4"/>
    <dgm:cxn modelId="{63BFEF73-9C37-4CFB-9785-6F890BDA2881}" srcId="{565F0286-3ACF-460A-BFD8-CCF5D7E8AC49}" destId="{53FBBC2F-E233-4040-B0B0-5F66A8D6C4B2}" srcOrd="0" destOrd="0" parTransId="{1BCC9114-5D13-4D62-9BD4-DEF416E084F9}" sibTransId="{5363ED1E-78EF-4DEA-88A8-A78E25F325A6}"/>
    <dgm:cxn modelId="{8D21D875-9101-4407-B783-61D6A11CE8F2}" type="presOf" srcId="{40E27A66-1F48-4850-9C00-308E443DE899}" destId="{7B7E9668-ACE5-40D9-9ADA-0E3D8AB87957}" srcOrd="1" destOrd="2" presId="urn:microsoft.com/office/officeart/2005/8/layout/vList4"/>
    <dgm:cxn modelId="{8D11C159-F055-41E1-8322-9164A4B8078B}" srcId="{21B6FF06-80E6-47D1-8EB7-510C69BCE14A}" destId="{D7ECE4A0-BA0A-4DD7-A49A-7B1031FAFC2B}" srcOrd="0" destOrd="0" parTransId="{4DEA5A0D-36FF-4606-A724-4EBEEB83D5AE}" sibTransId="{3EBC8FEE-3FE3-4FAF-844C-AF63FA2FB659}"/>
    <dgm:cxn modelId="{9D757F88-428E-4667-813E-3940A945D919}" srcId="{8D36E5EA-ED05-49C4-8846-A02945B91F39}" destId="{21B6FF06-80E6-47D1-8EB7-510C69BCE14A}" srcOrd="5" destOrd="0" parTransId="{D858B170-79B8-4F02-85C0-5AC729E51D66}" sibTransId="{DB850DD4-CD01-4197-8BC6-B0DF88954EB9}"/>
    <dgm:cxn modelId="{E77E8891-2DE3-4273-9044-64BF2D8044FE}" type="presOf" srcId="{79581F19-7A5F-4A0A-BC9A-B37721734981}" destId="{C89AD75B-C57A-4AA1-8B89-2820ACFC46E8}" srcOrd="0" destOrd="1" presId="urn:microsoft.com/office/officeart/2005/8/layout/vList4"/>
    <dgm:cxn modelId="{278C3F94-B327-48D5-B189-06329DEE25F5}" type="presOf" srcId="{DA0CABF8-26E0-48F1-924A-825ACB6A1602}" destId="{B92350A5-9CA5-4670-93CD-4088A34D4FC7}" srcOrd="1" destOrd="0" presId="urn:microsoft.com/office/officeart/2005/8/layout/vList4"/>
    <dgm:cxn modelId="{BC362295-C0AD-4146-A5D3-9B956CEFB14E}" type="presOf" srcId="{2C92C524-9BA9-40C9-A9D3-071CBF8AD276}" destId="{3B181102-2E57-4202-96C0-BF62CF7DD123}" srcOrd="1" destOrd="0" presId="urn:microsoft.com/office/officeart/2005/8/layout/vList4"/>
    <dgm:cxn modelId="{417DE59A-31DD-4D76-8D8C-97BD9BDD087C}" type="presOf" srcId="{DA0CABF8-26E0-48F1-924A-825ACB6A1602}" destId="{6D77FA3B-E963-4D01-B4CF-465C2A332700}" srcOrd="0" destOrd="0" presId="urn:microsoft.com/office/officeart/2005/8/layout/vList4"/>
    <dgm:cxn modelId="{CEB6B59B-9ED1-4A1A-98A5-6E73B20F08DE}" type="presOf" srcId="{2C92C524-9BA9-40C9-A9D3-071CBF8AD276}" destId="{5DCB9415-1FDE-4A3C-8E13-C33057E29B86}" srcOrd="0" destOrd="0" presId="urn:microsoft.com/office/officeart/2005/8/layout/vList4"/>
    <dgm:cxn modelId="{B76900A2-E907-4AFA-A862-1959DFAB0FD6}" srcId="{8D36E5EA-ED05-49C4-8846-A02945B91F39}" destId="{7C331C6A-D6F8-48BA-8420-B76772291CE8}" srcOrd="2" destOrd="0" parTransId="{73C791B8-9FBA-43EA-8428-602B034F3D11}" sibTransId="{838003D8-55B6-4A0E-BF91-5506E70E2A5A}"/>
    <dgm:cxn modelId="{1B0038AD-BECC-4F37-A378-30106CF7E7B9}" type="presOf" srcId="{565F0286-3ACF-460A-BFD8-CCF5D7E8AC49}" destId="{0B7C367B-891E-42C6-9273-6010F109D9D2}" srcOrd="1" destOrd="0" presId="urn:microsoft.com/office/officeart/2005/8/layout/vList4"/>
    <dgm:cxn modelId="{76E3BAAD-C303-4D43-9547-98B4FD6C01DB}" type="presOf" srcId="{2159148D-9176-4776-8CF9-14E3DCA216FA}" destId="{7B7E9668-ACE5-40D9-9ADA-0E3D8AB87957}" srcOrd="1" destOrd="1" presId="urn:microsoft.com/office/officeart/2005/8/layout/vList4"/>
    <dgm:cxn modelId="{15C3A3AF-5E0E-47C0-A192-3C6B223F13E9}" type="presOf" srcId="{40E27A66-1F48-4850-9C00-308E443DE899}" destId="{F49A6980-DABC-42C3-896F-13C388400A4B}" srcOrd="0" destOrd="2" presId="urn:microsoft.com/office/officeart/2005/8/layout/vList4"/>
    <dgm:cxn modelId="{078A2DBD-BEEA-4A61-8DAA-1345C7D79459}" type="presOf" srcId="{D7ECE4A0-BA0A-4DD7-A49A-7B1031FAFC2B}" destId="{79C0E89E-B090-490B-AB48-DA6B813B6BB5}" srcOrd="0" destOrd="1" presId="urn:microsoft.com/office/officeart/2005/8/layout/vList4"/>
    <dgm:cxn modelId="{BE7F1FBF-25DD-4E7C-8592-BCA14182678C}" type="presOf" srcId="{53FBBC2F-E233-4040-B0B0-5F66A8D6C4B2}" destId="{EF0F7A84-6BB9-4928-B819-37ECDF6929E9}" srcOrd="0" destOrd="1" presId="urn:microsoft.com/office/officeart/2005/8/layout/vList4"/>
    <dgm:cxn modelId="{0DBD01CA-F569-4003-8630-23C542A4E75B}" type="presOf" srcId="{2159148D-9176-4776-8CF9-14E3DCA216FA}" destId="{F49A6980-DABC-42C3-896F-13C388400A4B}" srcOrd="0" destOrd="1" presId="urn:microsoft.com/office/officeart/2005/8/layout/vList4"/>
    <dgm:cxn modelId="{B021CBCF-31D9-4D22-A3BE-9D53EF254E4A}" srcId="{2C92C524-9BA9-40C9-A9D3-071CBF8AD276}" destId="{AFF0844C-5F13-497D-B7B4-7DBF3008F75B}" srcOrd="0" destOrd="0" parTransId="{5F0CCCED-EE43-4B12-95ED-140EA98D4D9A}" sibTransId="{7CAD1D1A-B7F1-45BA-825A-F2F746D83379}"/>
    <dgm:cxn modelId="{7E5769DE-4D00-4017-BD55-D5DA63892BF8}" srcId="{DA0CABF8-26E0-48F1-924A-825ACB6A1602}" destId="{19462CF5-4370-4151-965A-8EFA5368A8AD}" srcOrd="0" destOrd="0" parTransId="{D5F1B984-E83D-49FB-AC1E-2D6E2890B64D}" sibTransId="{167C80E7-66AC-4703-BB34-ED542873888D}"/>
    <dgm:cxn modelId="{A8304DEE-AFA6-4AB5-AC24-156B91419D66}" type="presOf" srcId="{19462CF5-4370-4151-965A-8EFA5368A8AD}" destId="{B92350A5-9CA5-4670-93CD-4088A34D4FC7}" srcOrd="1" destOrd="1" presId="urn:microsoft.com/office/officeart/2005/8/layout/vList4"/>
    <dgm:cxn modelId="{5F30C4F2-8B5E-4A18-AA76-173AA7EC97D8}" srcId="{8D36E5EA-ED05-49C4-8846-A02945B91F39}" destId="{DA0CABF8-26E0-48F1-924A-825ACB6A1602}" srcOrd="3" destOrd="0" parTransId="{A614A994-F510-40DC-B79B-D2BCC113E50B}" sibTransId="{8943520A-CECD-4CBF-996C-F82A60E7E358}"/>
    <dgm:cxn modelId="{CD2CABF7-FA7D-4E6B-8337-FE3AE02F087B}" type="presOf" srcId="{53FBBC2F-E233-4040-B0B0-5F66A8D6C4B2}" destId="{0B7C367B-891E-42C6-9273-6010F109D9D2}" srcOrd="1" destOrd="1" presId="urn:microsoft.com/office/officeart/2005/8/layout/vList4"/>
    <dgm:cxn modelId="{8FB24028-621F-429F-BB67-1B734F8F63EA}" type="presParOf" srcId="{89FC78C8-EFF9-47F8-82ED-C46740FFB20D}" destId="{56C1A114-C9F6-448F-A36A-CD1C9AFE2691}" srcOrd="0" destOrd="0" presId="urn:microsoft.com/office/officeart/2005/8/layout/vList4"/>
    <dgm:cxn modelId="{148828B1-58DB-435B-A411-2892DD5AEFC6}" type="presParOf" srcId="{56C1A114-C9F6-448F-A36A-CD1C9AFE2691}" destId="{5DCB9415-1FDE-4A3C-8E13-C33057E29B86}" srcOrd="0" destOrd="0" presId="urn:microsoft.com/office/officeart/2005/8/layout/vList4"/>
    <dgm:cxn modelId="{2C74A9C5-1F6E-4D34-8FA4-CFE1C0A2859C}" type="presParOf" srcId="{56C1A114-C9F6-448F-A36A-CD1C9AFE2691}" destId="{62D099B1-4F0A-4117-A74A-FA58D5CA145C}" srcOrd="1" destOrd="0" presId="urn:microsoft.com/office/officeart/2005/8/layout/vList4"/>
    <dgm:cxn modelId="{6C735E37-B94B-4F1F-B597-F430CBAD2944}" type="presParOf" srcId="{56C1A114-C9F6-448F-A36A-CD1C9AFE2691}" destId="{3B181102-2E57-4202-96C0-BF62CF7DD123}" srcOrd="2" destOrd="0" presId="urn:microsoft.com/office/officeart/2005/8/layout/vList4"/>
    <dgm:cxn modelId="{A79F5EB3-C2C7-4D4A-9FCC-59CB3CE3C6B2}" type="presParOf" srcId="{89FC78C8-EFF9-47F8-82ED-C46740FFB20D}" destId="{173E2D34-14D2-4F91-A106-C9D77DE53F59}" srcOrd="1" destOrd="0" presId="urn:microsoft.com/office/officeart/2005/8/layout/vList4"/>
    <dgm:cxn modelId="{E0A7F8C4-26E0-404F-A002-64A4FA416B78}" type="presParOf" srcId="{89FC78C8-EFF9-47F8-82ED-C46740FFB20D}" destId="{DB2A413A-84CB-4AFA-887F-0EEE9AFC3BC5}" srcOrd="2" destOrd="0" presId="urn:microsoft.com/office/officeart/2005/8/layout/vList4"/>
    <dgm:cxn modelId="{5E3C00A6-5344-4473-9850-96BF76905120}" type="presParOf" srcId="{DB2A413A-84CB-4AFA-887F-0EEE9AFC3BC5}" destId="{C89AD75B-C57A-4AA1-8B89-2820ACFC46E8}" srcOrd="0" destOrd="0" presId="urn:microsoft.com/office/officeart/2005/8/layout/vList4"/>
    <dgm:cxn modelId="{AC10F836-151E-4873-8C86-FE8AD3A9D6BB}" type="presParOf" srcId="{DB2A413A-84CB-4AFA-887F-0EEE9AFC3BC5}" destId="{D1771468-5C50-45D6-8278-38CDC3E40D42}" srcOrd="1" destOrd="0" presId="urn:microsoft.com/office/officeart/2005/8/layout/vList4"/>
    <dgm:cxn modelId="{A7CC956E-881E-4039-B688-4B0644381C46}" type="presParOf" srcId="{DB2A413A-84CB-4AFA-887F-0EEE9AFC3BC5}" destId="{499D4972-FBD8-4B4A-95D6-B13C2204FD73}" srcOrd="2" destOrd="0" presId="urn:microsoft.com/office/officeart/2005/8/layout/vList4"/>
    <dgm:cxn modelId="{B8DCCA38-5CC9-41A1-A5F0-DE67E687357D}" type="presParOf" srcId="{89FC78C8-EFF9-47F8-82ED-C46740FFB20D}" destId="{A492E2D3-FCDF-4FDD-AF1F-E0CE0DFC0B81}" srcOrd="3" destOrd="0" presId="urn:microsoft.com/office/officeart/2005/8/layout/vList4"/>
    <dgm:cxn modelId="{ADA82E06-51E4-4554-AAC4-F3B3626A35A3}" type="presParOf" srcId="{89FC78C8-EFF9-47F8-82ED-C46740FFB20D}" destId="{79547739-6D7F-46E7-B057-1169F3F1DC4C}" srcOrd="4" destOrd="0" presId="urn:microsoft.com/office/officeart/2005/8/layout/vList4"/>
    <dgm:cxn modelId="{64D5D5A5-BE5B-4CAA-BCBF-517C421BAA69}" type="presParOf" srcId="{79547739-6D7F-46E7-B057-1169F3F1DC4C}" destId="{F49A6980-DABC-42C3-896F-13C388400A4B}" srcOrd="0" destOrd="0" presId="urn:microsoft.com/office/officeart/2005/8/layout/vList4"/>
    <dgm:cxn modelId="{A65D6A35-9BC4-4FFA-8C29-158E0B5D9772}" type="presParOf" srcId="{79547739-6D7F-46E7-B057-1169F3F1DC4C}" destId="{AAFFF988-FD7D-439C-ABDD-F7979AB00E2E}" srcOrd="1" destOrd="0" presId="urn:microsoft.com/office/officeart/2005/8/layout/vList4"/>
    <dgm:cxn modelId="{FD1D51E1-AE82-43A6-A7AB-7254D60DE24E}" type="presParOf" srcId="{79547739-6D7F-46E7-B057-1169F3F1DC4C}" destId="{7B7E9668-ACE5-40D9-9ADA-0E3D8AB87957}" srcOrd="2" destOrd="0" presId="urn:microsoft.com/office/officeart/2005/8/layout/vList4"/>
    <dgm:cxn modelId="{B4805F65-045F-4998-9C88-6491CBAFEE61}" type="presParOf" srcId="{89FC78C8-EFF9-47F8-82ED-C46740FFB20D}" destId="{AB6078AE-1902-480A-8DDB-CDF51A520A85}" srcOrd="5" destOrd="0" presId="urn:microsoft.com/office/officeart/2005/8/layout/vList4"/>
    <dgm:cxn modelId="{12BC1AC5-F440-47AC-B6F0-FDEF075C458E}" type="presParOf" srcId="{89FC78C8-EFF9-47F8-82ED-C46740FFB20D}" destId="{9364F2E3-BEAA-497F-A4A6-7B0F9AEA9084}" srcOrd="6" destOrd="0" presId="urn:microsoft.com/office/officeart/2005/8/layout/vList4"/>
    <dgm:cxn modelId="{F29D735F-02F7-4744-87BE-C1C363A6F2B1}" type="presParOf" srcId="{9364F2E3-BEAA-497F-A4A6-7B0F9AEA9084}" destId="{6D77FA3B-E963-4D01-B4CF-465C2A332700}" srcOrd="0" destOrd="0" presId="urn:microsoft.com/office/officeart/2005/8/layout/vList4"/>
    <dgm:cxn modelId="{CB50A269-418B-456D-A050-1AB93A6E72C0}" type="presParOf" srcId="{9364F2E3-BEAA-497F-A4A6-7B0F9AEA9084}" destId="{040BAF7E-4D7C-4DC8-93CB-10D42457D514}" srcOrd="1" destOrd="0" presId="urn:microsoft.com/office/officeart/2005/8/layout/vList4"/>
    <dgm:cxn modelId="{B574DCF8-7D3E-4FCB-8A41-2CD7D205FD3E}" type="presParOf" srcId="{9364F2E3-BEAA-497F-A4A6-7B0F9AEA9084}" destId="{B92350A5-9CA5-4670-93CD-4088A34D4FC7}" srcOrd="2" destOrd="0" presId="urn:microsoft.com/office/officeart/2005/8/layout/vList4"/>
    <dgm:cxn modelId="{1DD61EC3-C7D4-43E5-AD39-7AA525FE2AE1}" type="presParOf" srcId="{89FC78C8-EFF9-47F8-82ED-C46740FFB20D}" destId="{9539F6CB-3CC0-4963-BF74-E451516FA3C0}" srcOrd="7" destOrd="0" presId="urn:microsoft.com/office/officeart/2005/8/layout/vList4"/>
    <dgm:cxn modelId="{5B0A68A7-2F94-4685-842D-2AABF4554BBF}" type="presParOf" srcId="{89FC78C8-EFF9-47F8-82ED-C46740FFB20D}" destId="{F5DDA324-6A42-437C-9D29-5F5E25471DE9}" srcOrd="8" destOrd="0" presId="urn:microsoft.com/office/officeart/2005/8/layout/vList4"/>
    <dgm:cxn modelId="{50E46B8F-3736-49D7-B3F3-421BD52D4A05}" type="presParOf" srcId="{F5DDA324-6A42-437C-9D29-5F5E25471DE9}" destId="{EF0F7A84-6BB9-4928-B819-37ECDF6929E9}" srcOrd="0" destOrd="0" presId="urn:microsoft.com/office/officeart/2005/8/layout/vList4"/>
    <dgm:cxn modelId="{E63A7625-F43B-40C4-A675-BF68876E1C94}" type="presParOf" srcId="{F5DDA324-6A42-437C-9D29-5F5E25471DE9}" destId="{6E9CAB23-4A49-4DF2-AAA7-4DF527B72DC5}" srcOrd="1" destOrd="0" presId="urn:microsoft.com/office/officeart/2005/8/layout/vList4"/>
    <dgm:cxn modelId="{206256B7-1F93-4A33-B0FD-68670B8C32A9}" type="presParOf" srcId="{F5DDA324-6A42-437C-9D29-5F5E25471DE9}" destId="{0B7C367B-891E-42C6-9273-6010F109D9D2}" srcOrd="2" destOrd="0" presId="urn:microsoft.com/office/officeart/2005/8/layout/vList4"/>
    <dgm:cxn modelId="{A491DC36-9E44-4A7D-9C7B-A4DCEF403531}" type="presParOf" srcId="{89FC78C8-EFF9-47F8-82ED-C46740FFB20D}" destId="{F8F48B2E-3991-431A-9B76-E24AADAE658B}" srcOrd="9" destOrd="0" presId="urn:microsoft.com/office/officeart/2005/8/layout/vList4"/>
    <dgm:cxn modelId="{403F57FD-05DB-45BF-8D85-6570788C87DA}" type="presParOf" srcId="{89FC78C8-EFF9-47F8-82ED-C46740FFB20D}" destId="{059F3371-E42C-4A1F-924A-A6EDEF11D5AE}" srcOrd="10" destOrd="0" presId="urn:microsoft.com/office/officeart/2005/8/layout/vList4"/>
    <dgm:cxn modelId="{6B173851-4A02-4FEA-9159-3E0555EAFE41}" type="presParOf" srcId="{059F3371-E42C-4A1F-924A-A6EDEF11D5AE}" destId="{79C0E89E-B090-490B-AB48-DA6B813B6BB5}" srcOrd="0" destOrd="0" presId="urn:microsoft.com/office/officeart/2005/8/layout/vList4"/>
    <dgm:cxn modelId="{9359F7DA-A6D4-4941-AFFB-EFE70841A02D}" type="presParOf" srcId="{059F3371-E42C-4A1F-924A-A6EDEF11D5AE}" destId="{13D71B20-5C23-4144-B023-E9A9D32172C1}" srcOrd="1" destOrd="0" presId="urn:microsoft.com/office/officeart/2005/8/layout/vList4"/>
    <dgm:cxn modelId="{2652E883-FEFB-48DE-9D43-D610BB786470}" type="presParOf" srcId="{059F3371-E42C-4A1F-924A-A6EDEF11D5AE}" destId="{FB7B8E1A-5621-4988-91E4-E7EB4EE1E2C5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4295743-0ED0-472F-B483-92DF6DF36D9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D0B38DA-B648-4721-A6F0-7E08AF7F8FE4}" type="pres">
      <dgm:prSet presAssocID="{04295743-0ED0-472F-B483-92DF6DF36D93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5D8C77C4-C6F1-424F-8FA0-699DF89916DA}" type="presOf" srcId="{04295743-0ED0-472F-B483-92DF6DF36D93}" destId="{DD0B38DA-B648-4721-A6F0-7E08AF7F8FE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A6332-12FA-4C9D-8E68-75C48FC83CEF}">
      <dsp:nvSpPr>
        <dsp:cNvPr id="0" name=""/>
        <dsp:cNvSpPr/>
      </dsp:nvSpPr>
      <dsp:spPr>
        <a:xfrm>
          <a:off x="7766" y="0"/>
          <a:ext cx="1607727" cy="15009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chemeClr val="tx1"/>
              </a:solidFill>
            </a:rPr>
            <a:t>Multi Channel Access</a:t>
          </a: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App, Kiosk,</a:t>
          </a: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SMS</a:t>
          </a:r>
        </a:p>
      </dsp:txBody>
      <dsp:txXfrm>
        <a:off x="51728" y="43962"/>
        <a:ext cx="1519803" cy="1413053"/>
      </dsp:txXfrm>
    </dsp:sp>
    <dsp:sp modelId="{CDF88358-1E8F-42B8-B562-1EED32364876}">
      <dsp:nvSpPr>
        <dsp:cNvPr id="0" name=""/>
        <dsp:cNvSpPr/>
      </dsp:nvSpPr>
      <dsp:spPr>
        <a:xfrm>
          <a:off x="1776266" y="551130"/>
          <a:ext cx="340838" cy="39871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/>
        </a:p>
      </dsp:txBody>
      <dsp:txXfrm>
        <a:off x="1776266" y="630873"/>
        <a:ext cx="238587" cy="239230"/>
      </dsp:txXfrm>
    </dsp:sp>
    <dsp:sp modelId="{38B098B9-E400-4BD2-A98F-7D0D0CE82F34}">
      <dsp:nvSpPr>
        <dsp:cNvPr id="0" name=""/>
        <dsp:cNvSpPr/>
      </dsp:nvSpPr>
      <dsp:spPr>
        <a:xfrm>
          <a:off x="2258584" y="0"/>
          <a:ext cx="1607727" cy="15009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chemeClr val="tx1"/>
              </a:solidFill>
            </a:rPr>
            <a:t>Farmers/FPO</a:t>
          </a: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Verified Quality,</a:t>
          </a: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asks</a:t>
          </a:r>
        </a:p>
      </dsp:txBody>
      <dsp:txXfrm>
        <a:off x="2302546" y="43962"/>
        <a:ext cx="1519803" cy="1413053"/>
      </dsp:txXfrm>
    </dsp:sp>
    <dsp:sp modelId="{EB8DC659-EF99-4B2A-B4C4-541D50219CEA}">
      <dsp:nvSpPr>
        <dsp:cNvPr id="0" name=""/>
        <dsp:cNvSpPr/>
      </dsp:nvSpPr>
      <dsp:spPr>
        <a:xfrm>
          <a:off x="4027084" y="551130"/>
          <a:ext cx="340838" cy="39871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>
            <a:solidFill>
              <a:schemeClr val="tx1"/>
            </a:solidFill>
          </a:endParaRPr>
        </a:p>
      </dsp:txBody>
      <dsp:txXfrm>
        <a:off x="4027084" y="630873"/>
        <a:ext cx="238587" cy="239230"/>
      </dsp:txXfrm>
    </dsp:sp>
    <dsp:sp modelId="{54796FEE-A275-4E9C-928D-BE1482C6F305}">
      <dsp:nvSpPr>
        <dsp:cNvPr id="0" name=""/>
        <dsp:cNvSpPr/>
      </dsp:nvSpPr>
      <dsp:spPr>
        <a:xfrm>
          <a:off x="4509402" y="0"/>
          <a:ext cx="1607727" cy="15009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chemeClr val="tx1"/>
              </a:solidFill>
            </a:rPr>
            <a:t>Double Auction Engine</a:t>
          </a: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Matches &amp;</a:t>
          </a: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Pools Trades</a:t>
          </a:r>
        </a:p>
      </dsp:txBody>
      <dsp:txXfrm>
        <a:off x="4553364" y="43962"/>
        <a:ext cx="1519803" cy="1413053"/>
      </dsp:txXfrm>
    </dsp:sp>
    <dsp:sp modelId="{42038610-4E53-47FE-A2F1-7ECCFBB8768E}">
      <dsp:nvSpPr>
        <dsp:cNvPr id="0" name=""/>
        <dsp:cNvSpPr/>
      </dsp:nvSpPr>
      <dsp:spPr>
        <a:xfrm>
          <a:off x="6277902" y="551130"/>
          <a:ext cx="340838" cy="39871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>
            <a:solidFill>
              <a:schemeClr val="tx1"/>
            </a:solidFill>
          </a:endParaRPr>
        </a:p>
      </dsp:txBody>
      <dsp:txXfrm>
        <a:off x="6277902" y="630873"/>
        <a:ext cx="238587" cy="239230"/>
      </dsp:txXfrm>
    </dsp:sp>
    <dsp:sp modelId="{C741243B-9300-48DB-A356-1F13ECBCFEC6}">
      <dsp:nvSpPr>
        <dsp:cNvPr id="0" name=""/>
        <dsp:cNvSpPr/>
      </dsp:nvSpPr>
      <dsp:spPr>
        <a:xfrm>
          <a:off x="6760220" y="0"/>
          <a:ext cx="1607727" cy="15009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chemeClr val="tx1"/>
              </a:solidFill>
            </a:rPr>
            <a:t>Buyers</a:t>
          </a: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Bids, volume</a:t>
          </a:r>
        </a:p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needs</a:t>
          </a:r>
        </a:p>
      </dsp:txBody>
      <dsp:txXfrm>
        <a:off x="6804182" y="43962"/>
        <a:ext cx="1519803" cy="14130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5FD792-9266-4C94-BF04-370BCF5F2D9F}">
      <dsp:nvSpPr>
        <dsp:cNvPr id="0" name=""/>
        <dsp:cNvSpPr/>
      </dsp:nvSpPr>
      <dsp:spPr>
        <a:xfrm rot="5400000">
          <a:off x="2561766" y="-1033400"/>
          <a:ext cx="439287" cy="2617797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400" b="0" kern="1200" dirty="0"/>
            <a:t>Kiosk System for better reach</a:t>
          </a:r>
        </a:p>
      </dsp:txBody>
      <dsp:txXfrm rot="-5400000">
        <a:off x="1472511" y="77299"/>
        <a:ext cx="2596353" cy="396399"/>
      </dsp:txXfrm>
    </dsp:sp>
    <dsp:sp modelId="{DCFA8F79-BC3C-475E-9BD5-013C878109C7}">
      <dsp:nvSpPr>
        <dsp:cNvPr id="0" name=""/>
        <dsp:cNvSpPr/>
      </dsp:nvSpPr>
      <dsp:spPr>
        <a:xfrm>
          <a:off x="0" y="943"/>
          <a:ext cx="1472511" cy="54910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Access List</a:t>
          </a:r>
        </a:p>
      </dsp:txBody>
      <dsp:txXfrm>
        <a:off x="26805" y="27748"/>
        <a:ext cx="1418901" cy="495499"/>
      </dsp:txXfrm>
    </dsp:sp>
    <dsp:sp modelId="{D565AEAE-60DF-4120-9032-24434E39D7A0}">
      <dsp:nvSpPr>
        <dsp:cNvPr id="0" name=""/>
        <dsp:cNvSpPr/>
      </dsp:nvSpPr>
      <dsp:spPr>
        <a:xfrm rot="5400000">
          <a:off x="2561766" y="-456835"/>
          <a:ext cx="439287" cy="2617797"/>
        </a:xfrm>
        <a:prstGeom prst="round2SameRect">
          <a:avLst/>
        </a:prstGeom>
        <a:solidFill>
          <a:schemeClr val="accent2">
            <a:tint val="40000"/>
            <a:alpha val="90000"/>
            <a:hueOff val="1005164"/>
            <a:satOff val="-876"/>
            <a:lumOff val="-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005164"/>
              <a:satOff val="-876"/>
              <a:lumOff val="-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400" b="0" kern="1200" dirty="0"/>
            <a:t>AI Grading along with official certificate check </a:t>
          </a:r>
        </a:p>
      </dsp:txBody>
      <dsp:txXfrm rot="-5400000">
        <a:off x="1472511" y="653864"/>
        <a:ext cx="2596353" cy="396399"/>
      </dsp:txXfrm>
    </dsp:sp>
    <dsp:sp modelId="{21CF5DA6-06AA-4E78-896C-DD7CA54D9488}">
      <dsp:nvSpPr>
        <dsp:cNvPr id="0" name=""/>
        <dsp:cNvSpPr/>
      </dsp:nvSpPr>
      <dsp:spPr>
        <a:xfrm>
          <a:off x="0" y="577508"/>
          <a:ext cx="1472511" cy="549109"/>
        </a:xfrm>
        <a:prstGeom prst="roundRect">
          <a:avLst/>
        </a:prstGeom>
        <a:gradFill rotWithShape="0">
          <a:gsLst>
            <a:gs pos="0">
              <a:schemeClr val="accent2">
                <a:hueOff val="936304"/>
                <a:satOff val="-1168"/>
                <a:lumOff val="275"/>
                <a:alphaOff val="0"/>
                <a:tint val="50000"/>
                <a:satMod val="300000"/>
              </a:schemeClr>
            </a:gs>
            <a:gs pos="35000">
              <a:schemeClr val="accent2">
                <a:hueOff val="936304"/>
                <a:satOff val="-1168"/>
                <a:lumOff val="275"/>
                <a:alphaOff val="0"/>
                <a:tint val="37000"/>
                <a:satMod val="300000"/>
              </a:schemeClr>
            </a:gs>
            <a:gs pos="100000">
              <a:schemeClr val="accent2">
                <a:hueOff val="936304"/>
                <a:satOff val="-1168"/>
                <a:lumOff val="27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Verify Quality</a:t>
          </a:r>
        </a:p>
      </dsp:txBody>
      <dsp:txXfrm>
        <a:off x="26805" y="604313"/>
        <a:ext cx="1418901" cy="495499"/>
      </dsp:txXfrm>
    </dsp:sp>
    <dsp:sp modelId="{E96D897D-CEE2-4CF6-AA30-AAD755BD80FF}">
      <dsp:nvSpPr>
        <dsp:cNvPr id="0" name=""/>
        <dsp:cNvSpPr/>
      </dsp:nvSpPr>
      <dsp:spPr>
        <a:xfrm rot="5400000">
          <a:off x="2561766" y="119729"/>
          <a:ext cx="439287" cy="2617797"/>
        </a:xfrm>
        <a:prstGeom prst="round2SameRect">
          <a:avLst/>
        </a:prstGeom>
        <a:solidFill>
          <a:schemeClr val="accent2">
            <a:tint val="40000"/>
            <a:alpha val="90000"/>
            <a:hueOff val="2010328"/>
            <a:satOff val="-1751"/>
            <a:lumOff val="-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400" b="0" kern="1200" dirty="0"/>
            <a:t>Farmer Sets Asks, Buyer Sets Bid</a:t>
          </a:r>
        </a:p>
      </dsp:txBody>
      <dsp:txXfrm rot="-5400000">
        <a:off x="1472511" y="1230428"/>
        <a:ext cx="2596353" cy="396399"/>
      </dsp:txXfrm>
    </dsp:sp>
    <dsp:sp modelId="{B9779248-9D77-4B38-81E3-BE0F6E359309}">
      <dsp:nvSpPr>
        <dsp:cNvPr id="0" name=""/>
        <dsp:cNvSpPr/>
      </dsp:nvSpPr>
      <dsp:spPr>
        <a:xfrm>
          <a:off x="0" y="1154073"/>
          <a:ext cx="1472511" cy="549109"/>
        </a:xfrm>
        <a:prstGeom prst="roundRect">
          <a:avLst/>
        </a:prstGeom>
        <a:gradFill rotWithShape="0">
          <a:gsLst>
            <a:gs pos="0">
              <a:schemeClr val="accent2">
                <a:hueOff val="1872608"/>
                <a:satOff val="-2336"/>
                <a:lumOff val="549"/>
                <a:alphaOff val="0"/>
                <a:tint val="50000"/>
                <a:satMod val="300000"/>
              </a:schemeClr>
            </a:gs>
            <a:gs pos="35000">
              <a:schemeClr val="accent2">
                <a:hueOff val="1872608"/>
                <a:satOff val="-2336"/>
                <a:lumOff val="549"/>
                <a:alphaOff val="0"/>
                <a:tint val="37000"/>
                <a:satMod val="300000"/>
              </a:schemeClr>
            </a:gs>
            <a:gs pos="100000">
              <a:schemeClr val="accent2">
                <a:hueOff val="1872608"/>
                <a:satOff val="-2336"/>
                <a:lumOff val="54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Submit Ask/Bid</a:t>
          </a:r>
        </a:p>
      </dsp:txBody>
      <dsp:txXfrm>
        <a:off x="26805" y="1180878"/>
        <a:ext cx="1418901" cy="495499"/>
      </dsp:txXfrm>
    </dsp:sp>
    <dsp:sp modelId="{CFEC8671-D847-46BA-98BB-8EB536A97C7F}">
      <dsp:nvSpPr>
        <dsp:cNvPr id="0" name=""/>
        <dsp:cNvSpPr/>
      </dsp:nvSpPr>
      <dsp:spPr>
        <a:xfrm rot="5400000">
          <a:off x="2561766" y="675451"/>
          <a:ext cx="439287" cy="2617797"/>
        </a:xfrm>
        <a:prstGeom prst="round2SameRect">
          <a:avLst/>
        </a:prstGeom>
        <a:solidFill>
          <a:schemeClr val="accent2">
            <a:tint val="40000"/>
            <a:alpha val="90000"/>
            <a:hueOff val="3015493"/>
            <a:satOff val="-2627"/>
            <a:lumOff val="-4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015493"/>
              <a:satOff val="-2627"/>
              <a:lumOff val="-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400" b="0" kern="1200" dirty="0"/>
            <a:t>Runs at fixed intervals</a:t>
          </a:r>
        </a:p>
      </dsp:txBody>
      <dsp:txXfrm rot="-5400000">
        <a:off x="1472511" y="1786150"/>
        <a:ext cx="2596353" cy="396399"/>
      </dsp:txXfrm>
    </dsp:sp>
    <dsp:sp modelId="{29E0399E-8D29-458A-8860-B2F5E9992752}">
      <dsp:nvSpPr>
        <dsp:cNvPr id="0" name=""/>
        <dsp:cNvSpPr/>
      </dsp:nvSpPr>
      <dsp:spPr>
        <a:xfrm>
          <a:off x="0" y="1730639"/>
          <a:ext cx="1472511" cy="549109"/>
        </a:xfrm>
        <a:prstGeom prst="roundRect">
          <a:avLst/>
        </a:prstGeom>
        <a:gradFill rotWithShape="0">
          <a:gsLst>
            <a:gs pos="0">
              <a:schemeClr val="accent2">
                <a:hueOff val="2808911"/>
                <a:satOff val="-3503"/>
                <a:lumOff val="824"/>
                <a:alphaOff val="0"/>
                <a:tint val="50000"/>
                <a:satMod val="300000"/>
              </a:schemeClr>
            </a:gs>
            <a:gs pos="35000">
              <a:schemeClr val="accent2">
                <a:hueOff val="2808911"/>
                <a:satOff val="-3503"/>
                <a:lumOff val="824"/>
                <a:alphaOff val="0"/>
                <a:tint val="37000"/>
                <a:satMod val="300000"/>
              </a:schemeClr>
            </a:gs>
            <a:gs pos="100000">
              <a:schemeClr val="accent2">
                <a:hueOff val="2808911"/>
                <a:satOff val="-3503"/>
                <a:lumOff val="82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Batch Auction Matches</a:t>
          </a:r>
        </a:p>
      </dsp:txBody>
      <dsp:txXfrm>
        <a:off x="26805" y="1757444"/>
        <a:ext cx="1418901" cy="495499"/>
      </dsp:txXfrm>
    </dsp:sp>
    <dsp:sp modelId="{6BCC6BB4-63EE-42D8-B488-162C9A31A106}">
      <dsp:nvSpPr>
        <dsp:cNvPr id="0" name=""/>
        <dsp:cNvSpPr/>
      </dsp:nvSpPr>
      <dsp:spPr>
        <a:xfrm rot="5400000">
          <a:off x="2561766" y="1272860"/>
          <a:ext cx="439287" cy="2617797"/>
        </a:xfrm>
        <a:prstGeom prst="round2SameRect">
          <a:avLst/>
        </a:prstGeom>
        <a:solidFill>
          <a:schemeClr val="accent2">
            <a:tint val="40000"/>
            <a:alpha val="90000"/>
            <a:hueOff val="4020657"/>
            <a:satOff val="-3502"/>
            <a:lumOff val="-5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4020657"/>
              <a:satOff val="-3502"/>
              <a:lumOff val="-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400" b="0" kern="1200" dirty="0"/>
            <a:t>Combines Consenting Farmers</a:t>
          </a:r>
        </a:p>
      </dsp:txBody>
      <dsp:txXfrm rot="-5400000">
        <a:off x="1472511" y="2383559"/>
        <a:ext cx="2596353" cy="396399"/>
      </dsp:txXfrm>
    </dsp:sp>
    <dsp:sp modelId="{CB7BC009-B27F-41B7-8F63-E5E348B2721E}">
      <dsp:nvSpPr>
        <dsp:cNvPr id="0" name=""/>
        <dsp:cNvSpPr/>
      </dsp:nvSpPr>
      <dsp:spPr>
        <a:xfrm>
          <a:off x="0" y="2307204"/>
          <a:ext cx="1472511" cy="549109"/>
        </a:xfrm>
        <a:prstGeom prst="roundRect">
          <a:avLst/>
        </a:prstGeom>
        <a:gradFill rotWithShape="0">
          <a:gsLst>
            <a:gs pos="0">
              <a:schemeClr val="accent2">
                <a:hueOff val="3745215"/>
                <a:satOff val="-4671"/>
                <a:lumOff val="1098"/>
                <a:alphaOff val="0"/>
                <a:tint val="50000"/>
                <a:satMod val="300000"/>
              </a:schemeClr>
            </a:gs>
            <a:gs pos="35000">
              <a:schemeClr val="accent2">
                <a:hueOff val="3745215"/>
                <a:satOff val="-4671"/>
                <a:lumOff val="1098"/>
                <a:alphaOff val="0"/>
                <a:tint val="37000"/>
                <a:satMod val="300000"/>
              </a:schemeClr>
            </a:gs>
            <a:gs pos="100000">
              <a:schemeClr val="accent2">
                <a:hueOff val="3745215"/>
                <a:satOff val="-4671"/>
                <a:lumOff val="109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Pooling</a:t>
          </a:r>
        </a:p>
      </dsp:txBody>
      <dsp:txXfrm>
        <a:off x="26805" y="2334009"/>
        <a:ext cx="1418901" cy="495499"/>
      </dsp:txXfrm>
    </dsp:sp>
    <dsp:sp modelId="{57CCE142-B628-4121-A219-04A09C491603}">
      <dsp:nvSpPr>
        <dsp:cNvPr id="0" name=""/>
        <dsp:cNvSpPr/>
      </dsp:nvSpPr>
      <dsp:spPr>
        <a:xfrm rot="5400000">
          <a:off x="2561766" y="1849426"/>
          <a:ext cx="439287" cy="2617797"/>
        </a:xfrm>
        <a:prstGeom prst="round2Same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400" b="0" kern="1200" dirty="0"/>
            <a:t>Traceable per-farmer payout</a:t>
          </a:r>
        </a:p>
      </dsp:txBody>
      <dsp:txXfrm rot="-5400000">
        <a:off x="1472511" y="2960125"/>
        <a:ext cx="2596353" cy="396399"/>
      </dsp:txXfrm>
    </dsp:sp>
    <dsp:sp modelId="{7F89B8B8-BAD1-41FE-9440-5DE496E13EB7}">
      <dsp:nvSpPr>
        <dsp:cNvPr id="0" name=""/>
        <dsp:cNvSpPr/>
      </dsp:nvSpPr>
      <dsp:spPr>
        <a:xfrm>
          <a:off x="0" y="2883769"/>
          <a:ext cx="1472511" cy="549109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50000"/>
                <a:satMod val="300000"/>
              </a:schemeClr>
            </a:gs>
            <a:gs pos="35000">
              <a:schemeClr val="accent2">
                <a:hueOff val="4681519"/>
                <a:satOff val="-5839"/>
                <a:lumOff val="1373"/>
                <a:alphaOff val="0"/>
                <a:tint val="37000"/>
                <a:satMod val="30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Settle Payment</a:t>
          </a:r>
        </a:p>
      </dsp:txBody>
      <dsp:txXfrm>
        <a:off x="26805" y="2910574"/>
        <a:ext cx="1418901" cy="4954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286D39-768B-4BA5-A51D-365B250FF831}">
      <dsp:nvSpPr>
        <dsp:cNvPr id="0" name=""/>
        <dsp:cNvSpPr/>
      </dsp:nvSpPr>
      <dsp:spPr>
        <a:xfrm>
          <a:off x="2782939" y="1276336"/>
          <a:ext cx="1094002" cy="109400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>
              <a:solidFill>
                <a:schemeClr val="tx1"/>
              </a:solidFill>
            </a:rPr>
            <a:t>Platform</a:t>
          </a:r>
          <a:endParaRPr lang="en-IN" sz="1900" kern="1200" dirty="0">
            <a:solidFill>
              <a:schemeClr val="tx1"/>
            </a:solidFill>
          </a:endParaRPr>
        </a:p>
      </dsp:txBody>
      <dsp:txXfrm>
        <a:off x="2836344" y="1329741"/>
        <a:ext cx="987192" cy="987192"/>
      </dsp:txXfrm>
    </dsp:sp>
    <dsp:sp modelId="{4B01C45D-F9EA-40BE-9390-D6458B64B00D}">
      <dsp:nvSpPr>
        <dsp:cNvPr id="0" name=""/>
        <dsp:cNvSpPr/>
      </dsp:nvSpPr>
      <dsp:spPr>
        <a:xfrm rot="16200000">
          <a:off x="3058419" y="1004815"/>
          <a:ext cx="54304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43041" y="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C2DC3C-DC4D-405F-B3FE-679A0498E2FD}">
      <dsp:nvSpPr>
        <dsp:cNvPr id="0" name=""/>
        <dsp:cNvSpPr/>
      </dsp:nvSpPr>
      <dsp:spPr>
        <a:xfrm>
          <a:off x="2963449" y="313"/>
          <a:ext cx="732981" cy="732981"/>
        </a:xfrm>
        <a:prstGeom prst="roundRect">
          <a:avLst/>
        </a:prstGeom>
        <a:gradFill rotWithShape="1">
          <a:gsLst>
            <a:gs pos="0">
              <a:schemeClr val="accent1"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>
              <a:solidFill>
                <a:schemeClr val="tx1"/>
              </a:solidFill>
            </a:rPr>
            <a:t>Pledge Loans for Liquidity </a:t>
          </a:r>
          <a:endParaRPr lang="en-IN" sz="1200" kern="1200" dirty="0">
            <a:solidFill>
              <a:schemeClr val="tx1"/>
            </a:solidFill>
          </a:endParaRPr>
        </a:p>
      </dsp:txBody>
      <dsp:txXfrm>
        <a:off x="2999230" y="36094"/>
        <a:ext cx="661419" cy="661419"/>
      </dsp:txXfrm>
    </dsp:sp>
    <dsp:sp modelId="{86CBA35D-6AA8-4407-A9EE-6C3B1E7CC561}">
      <dsp:nvSpPr>
        <dsp:cNvPr id="0" name=""/>
        <dsp:cNvSpPr/>
      </dsp:nvSpPr>
      <dsp:spPr>
        <a:xfrm rot="19800000">
          <a:off x="3850031" y="1407095"/>
          <a:ext cx="40172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01723" y="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712043-096E-4A31-B076-89172FFBC242}">
      <dsp:nvSpPr>
        <dsp:cNvPr id="0" name=""/>
        <dsp:cNvSpPr/>
      </dsp:nvSpPr>
      <dsp:spPr>
        <a:xfrm>
          <a:off x="4224844" y="728580"/>
          <a:ext cx="732981" cy="732981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>
              <a:solidFill>
                <a:schemeClr val="tx1"/>
              </a:solidFill>
            </a:rPr>
            <a:t>Double Auction for fairness</a:t>
          </a:r>
          <a:endParaRPr lang="en-IN" sz="1000" kern="1200" dirty="0">
            <a:solidFill>
              <a:schemeClr val="tx1"/>
            </a:solidFill>
          </a:endParaRPr>
        </a:p>
      </dsp:txBody>
      <dsp:txXfrm>
        <a:off x="4260625" y="764361"/>
        <a:ext cx="661419" cy="661419"/>
      </dsp:txXfrm>
    </dsp:sp>
    <dsp:sp modelId="{6777591A-EEF2-45A2-856A-3A559DFC0104}">
      <dsp:nvSpPr>
        <dsp:cNvPr id="0" name=""/>
        <dsp:cNvSpPr/>
      </dsp:nvSpPr>
      <dsp:spPr>
        <a:xfrm rot="1800000">
          <a:off x="3850031" y="2239579"/>
          <a:ext cx="40172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01723" y="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FF288C-0D6F-480D-9613-0314E0AF59A8}">
      <dsp:nvSpPr>
        <dsp:cNvPr id="0" name=""/>
        <dsp:cNvSpPr/>
      </dsp:nvSpPr>
      <dsp:spPr>
        <a:xfrm>
          <a:off x="4224844" y="2185113"/>
          <a:ext cx="732981" cy="73298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>
              <a:solidFill>
                <a:schemeClr val="tx1"/>
              </a:solidFill>
            </a:rPr>
            <a:t>Price Visibility through aggregated market data</a:t>
          </a:r>
          <a:endParaRPr lang="en-IN" sz="800" kern="1200" dirty="0">
            <a:solidFill>
              <a:schemeClr val="tx1"/>
            </a:solidFill>
          </a:endParaRPr>
        </a:p>
      </dsp:txBody>
      <dsp:txXfrm>
        <a:off x="4260625" y="2220894"/>
        <a:ext cx="661419" cy="661419"/>
      </dsp:txXfrm>
    </dsp:sp>
    <dsp:sp modelId="{0A0B48DC-60DF-4757-B9D2-D6CD7FA5F304}">
      <dsp:nvSpPr>
        <dsp:cNvPr id="0" name=""/>
        <dsp:cNvSpPr/>
      </dsp:nvSpPr>
      <dsp:spPr>
        <a:xfrm rot="5400000">
          <a:off x="3058419" y="2641859"/>
          <a:ext cx="54304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43041" y="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5A6D70-DE9D-4A09-B8E5-7AB522B3F4FD}">
      <dsp:nvSpPr>
        <dsp:cNvPr id="0" name=""/>
        <dsp:cNvSpPr/>
      </dsp:nvSpPr>
      <dsp:spPr>
        <a:xfrm>
          <a:off x="2963449" y="2913379"/>
          <a:ext cx="732981" cy="732981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>
              <a:solidFill>
                <a:schemeClr val="tx1"/>
              </a:solidFill>
            </a:rPr>
            <a:t>Better reach through kiosks</a:t>
          </a:r>
          <a:endParaRPr lang="en-IN" sz="1000" kern="1200" dirty="0">
            <a:solidFill>
              <a:schemeClr val="tx1"/>
            </a:solidFill>
          </a:endParaRPr>
        </a:p>
      </dsp:txBody>
      <dsp:txXfrm>
        <a:off x="2999230" y="2949160"/>
        <a:ext cx="661419" cy="661419"/>
      </dsp:txXfrm>
    </dsp:sp>
    <dsp:sp modelId="{109B1F17-8B7E-4950-B264-0BD124C9699F}">
      <dsp:nvSpPr>
        <dsp:cNvPr id="0" name=""/>
        <dsp:cNvSpPr/>
      </dsp:nvSpPr>
      <dsp:spPr>
        <a:xfrm rot="9000000">
          <a:off x="2408126" y="2239579"/>
          <a:ext cx="40172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01723" y="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A34C6A-CAF4-4E03-8E98-3E48470BD31A}">
      <dsp:nvSpPr>
        <dsp:cNvPr id="0" name=""/>
        <dsp:cNvSpPr/>
      </dsp:nvSpPr>
      <dsp:spPr>
        <a:xfrm>
          <a:off x="1702054" y="2185113"/>
          <a:ext cx="732981" cy="73298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solidFill>
                <a:schemeClr val="tx1"/>
              </a:solidFill>
            </a:rPr>
            <a:t>Quality trust, AI certified grading</a:t>
          </a:r>
        </a:p>
      </dsp:txBody>
      <dsp:txXfrm>
        <a:off x="1737835" y="2220894"/>
        <a:ext cx="661419" cy="661419"/>
      </dsp:txXfrm>
    </dsp:sp>
    <dsp:sp modelId="{8371AEB9-7EA0-4FF4-8240-C7F22E5935AC}">
      <dsp:nvSpPr>
        <dsp:cNvPr id="0" name=""/>
        <dsp:cNvSpPr/>
      </dsp:nvSpPr>
      <dsp:spPr>
        <a:xfrm rot="12600000">
          <a:off x="2408126" y="1407095"/>
          <a:ext cx="40172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01723" y="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544731-4F1B-47C0-A7D1-E1118C9EB690}">
      <dsp:nvSpPr>
        <dsp:cNvPr id="0" name=""/>
        <dsp:cNvSpPr/>
      </dsp:nvSpPr>
      <dsp:spPr>
        <a:xfrm>
          <a:off x="1702054" y="728580"/>
          <a:ext cx="732981" cy="73298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solidFill>
                <a:schemeClr val="tx1"/>
              </a:solidFill>
            </a:rPr>
            <a:t>Buyer Volume with Pooling</a:t>
          </a:r>
        </a:p>
      </dsp:txBody>
      <dsp:txXfrm>
        <a:off x="1737835" y="764361"/>
        <a:ext cx="661419" cy="6614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021E8F-FD9B-4D31-8EFE-7B1A8DC61737}">
      <dsp:nvSpPr>
        <dsp:cNvPr id="0" name=""/>
        <dsp:cNvSpPr/>
      </dsp:nvSpPr>
      <dsp:spPr>
        <a:xfrm>
          <a:off x="450" y="90404"/>
          <a:ext cx="1756035" cy="105362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Two-Sided Auction Farmers &amp; buyers both set price</a:t>
          </a:r>
          <a:endParaRPr lang="en-IN" sz="1600" b="0" kern="1200" dirty="0">
            <a:solidFill>
              <a:schemeClr val="tx1"/>
            </a:solidFill>
          </a:endParaRPr>
        </a:p>
      </dsp:txBody>
      <dsp:txXfrm>
        <a:off x="450" y="90404"/>
        <a:ext cx="1756035" cy="1053621"/>
      </dsp:txXfrm>
    </dsp:sp>
    <dsp:sp modelId="{3C890DFD-A9E3-4686-A64F-621D768F6CC8}">
      <dsp:nvSpPr>
        <dsp:cNvPr id="0" name=""/>
        <dsp:cNvSpPr/>
      </dsp:nvSpPr>
      <dsp:spPr>
        <a:xfrm>
          <a:off x="1932089" y="90404"/>
          <a:ext cx="1756035" cy="1053621"/>
        </a:xfrm>
        <a:prstGeom prst="rect">
          <a:avLst/>
        </a:prstGeom>
        <a:gradFill rotWithShape="0">
          <a:gsLst>
            <a:gs pos="0">
              <a:schemeClr val="accent2">
                <a:hueOff val="936304"/>
                <a:satOff val="-1168"/>
                <a:lumOff val="27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936304"/>
                <a:satOff val="-1168"/>
                <a:lumOff val="27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Price Forecasting Sell-now or hold guidance</a:t>
          </a:r>
          <a:endParaRPr lang="en-IN" sz="1600" b="0" kern="1200" dirty="0">
            <a:solidFill>
              <a:schemeClr val="tx1"/>
            </a:solidFill>
          </a:endParaRPr>
        </a:p>
      </dsp:txBody>
      <dsp:txXfrm>
        <a:off x="1932089" y="90404"/>
        <a:ext cx="1756035" cy="1053621"/>
      </dsp:txXfrm>
    </dsp:sp>
    <dsp:sp modelId="{D2E49D43-493F-4876-B795-CF8FDE7464CB}">
      <dsp:nvSpPr>
        <dsp:cNvPr id="0" name=""/>
        <dsp:cNvSpPr/>
      </dsp:nvSpPr>
      <dsp:spPr>
        <a:xfrm>
          <a:off x="450" y="1319629"/>
          <a:ext cx="1756035" cy="1053621"/>
        </a:xfrm>
        <a:prstGeom prst="rect">
          <a:avLst/>
        </a:prstGeom>
        <a:gradFill rotWithShape="0">
          <a:gsLst>
            <a:gs pos="0">
              <a:schemeClr val="accent2">
                <a:hueOff val="1872608"/>
                <a:satOff val="-2336"/>
                <a:lumOff val="54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872608"/>
                <a:satOff val="-2336"/>
                <a:lumOff val="54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Cross-Farmer Pooling Traceable, quality kept separate</a:t>
          </a:r>
          <a:endParaRPr lang="en-IN" sz="1600" b="0" kern="1200" dirty="0">
            <a:solidFill>
              <a:schemeClr val="tx1"/>
            </a:solidFill>
          </a:endParaRPr>
        </a:p>
      </dsp:txBody>
      <dsp:txXfrm>
        <a:off x="450" y="1319629"/>
        <a:ext cx="1756035" cy="1053621"/>
      </dsp:txXfrm>
    </dsp:sp>
    <dsp:sp modelId="{B9B52C7F-0836-4129-8965-3A8A4CCE91C8}">
      <dsp:nvSpPr>
        <dsp:cNvPr id="0" name=""/>
        <dsp:cNvSpPr/>
      </dsp:nvSpPr>
      <dsp:spPr>
        <a:xfrm>
          <a:off x="1932089" y="1319629"/>
          <a:ext cx="1756035" cy="1053621"/>
        </a:xfrm>
        <a:prstGeom prst="rect">
          <a:avLst/>
        </a:prstGeom>
        <a:gradFill rotWithShape="0">
          <a:gsLst>
            <a:gs pos="0">
              <a:schemeClr val="accent2">
                <a:hueOff val="2808911"/>
                <a:satOff val="-3503"/>
                <a:lumOff val="82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808911"/>
                <a:satOff val="-3503"/>
                <a:lumOff val="82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AI Quality Grading Instant photo-based grade estimate</a:t>
          </a:r>
          <a:endParaRPr lang="en-IN" sz="1600" b="0" kern="1200" dirty="0">
            <a:solidFill>
              <a:schemeClr val="tx1"/>
            </a:solidFill>
          </a:endParaRPr>
        </a:p>
      </dsp:txBody>
      <dsp:txXfrm>
        <a:off x="1932089" y="1319629"/>
        <a:ext cx="1756035" cy="1053621"/>
      </dsp:txXfrm>
    </dsp:sp>
    <dsp:sp modelId="{00E286D0-5547-4AFD-B299-3F7A6D25786E}">
      <dsp:nvSpPr>
        <dsp:cNvPr id="0" name=""/>
        <dsp:cNvSpPr/>
      </dsp:nvSpPr>
      <dsp:spPr>
        <a:xfrm>
          <a:off x="450" y="2548854"/>
          <a:ext cx="1756035" cy="1053621"/>
        </a:xfrm>
        <a:prstGeom prst="rect">
          <a:avLst/>
        </a:prstGeom>
        <a:gradFill rotWithShape="0">
          <a:gsLst>
            <a:gs pos="0">
              <a:schemeClr val="accent2">
                <a:hueOff val="3745215"/>
                <a:satOff val="-4671"/>
                <a:lumOff val="109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745215"/>
                <a:satOff val="-4671"/>
                <a:lumOff val="109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In-App Liquidity MSAMB pledge loan and Anchor Buyers</a:t>
          </a:r>
          <a:endParaRPr lang="en-IN" sz="1600" b="0" kern="1200" dirty="0">
            <a:solidFill>
              <a:schemeClr val="tx1"/>
            </a:solidFill>
          </a:endParaRPr>
        </a:p>
      </dsp:txBody>
      <dsp:txXfrm>
        <a:off x="450" y="2548854"/>
        <a:ext cx="1756035" cy="1053621"/>
      </dsp:txXfrm>
    </dsp:sp>
    <dsp:sp modelId="{D63C535A-E9E8-4313-B2C3-8BD49521C7CB}">
      <dsp:nvSpPr>
        <dsp:cNvPr id="0" name=""/>
        <dsp:cNvSpPr/>
      </dsp:nvSpPr>
      <dsp:spPr>
        <a:xfrm>
          <a:off x="1932089" y="2548854"/>
          <a:ext cx="1756035" cy="1053621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Kiosk + SMS Access No farmer left offline</a:t>
          </a:r>
          <a:endParaRPr lang="en-IN" sz="1600" b="0" kern="1200" dirty="0">
            <a:solidFill>
              <a:schemeClr val="tx1"/>
            </a:solidFill>
          </a:endParaRPr>
        </a:p>
      </dsp:txBody>
      <dsp:txXfrm>
        <a:off x="1932089" y="2548854"/>
        <a:ext cx="1756035" cy="10536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CB9415-1FDE-4A3C-8E13-C33057E29B86}">
      <dsp:nvSpPr>
        <dsp:cNvPr id="0" name=""/>
        <dsp:cNvSpPr/>
      </dsp:nvSpPr>
      <dsp:spPr>
        <a:xfrm>
          <a:off x="0" y="42610"/>
          <a:ext cx="5501126" cy="7724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</a:rPr>
            <a:t>Price Discovery and aggregation.</a:t>
          </a:r>
          <a:endParaRPr lang="en-IN" sz="2000" b="1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400" kern="1200" dirty="0">
              <a:solidFill>
                <a:schemeClr val="tx1"/>
              </a:solidFill>
            </a:rPr>
            <a:t>Existing feeds (</a:t>
          </a:r>
          <a:r>
            <a:rPr lang="en-IN" sz="1400" kern="1200" dirty="0" err="1">
              <a:solidFill>
                <a:schemeClr val="tx1"/>
              </a:solidFill>
            </a:rPr>
            <a:t>eNAM</a:t>
          </a:r>
          <a:r>
            <a:rPr lang="en-IN" sz="1400" kern="1200" dirty="0">
              <a:solidFill>
                <a:schemeClr val="tx1"/>
              </a:solidFill>
            </a:rPr>
            <a:t>, </a:t>
          </a:r>
          <a:r>
            <a:rPr lang="en-IN" sz="1400" kern="1200" dirty="0" err="1">
              <a:solidFill>
                <a:schemeClr val="tx1"/>
              </a:solidFill>
            </a:rPr>
            <a:t>Agmarknet</a:t>
          </a:r>
          <a:r>
            <a:rPr lang="en-IN" sz="1400" kern="1200" dirty="0">
              <a:solidFill>
                <a:schemeClr val="tx1"/>
              </a:solidFill>
            </a:rPr>
            <a:t>); no new infra needed</a:t>
          </a:r>
          <a:br>
            <a:rPr lang="en-IN" sz="1200" kern="1200" dirty="0">
              <a:solidFill>
                <a:schemeClr val="tx1"/>
              </a:solidFill>
            </a:rPr>
          </a:br>
          <a:endParaRPr lang="en-IN" sz="1200" kern="1200" dirty="0">
            <a:solidFill>
              <a:schemeClr val="tx1"/>
            </a:solidFill>
          </a:endParaRPr>
        </a:p>
      </dsp:txBody>
      <dsp:txXfrm>
        <a:off x="1177473" y="42610"/>
        <a:ext cx="4323653" cy="772481"/>
      </dsp:txXfrm>
    </dsp:sp>
    <dsp:sp modelId="{62D099B1-4F0A-4117-A74A-FA58D5CA145C}">
      <dsp:nvSpPr>
        <dsp:cNvPr id="0" name=""/>
        <dsp:cNvSpPr/>
      </dsp:nvSpPr>
      <dsp:spPr>
        <a:xfrm>
          <a:off x="49808" y="115334"/>
          <a:ext cx="1100225" cy="617985"/>
        </a:xfrm>
        <a:prstGeom prst="roundRect">
          <a:avLst/>
        </a:prstGeom>
        <a:blipFill>
          <a:blip xmlns:r="http://schemas.openxmlformats.org/officeDocument/2006/relationships" r:embed="rId1"/>
          <a:srcRect/>
          <a:stretch>
            <a:fillRect t="-14000" b="-14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89AD75B-C57A-4AA1-8B89-2820ACFC46E8}">
      <dsp:nvSpPr>
        <dsp:cNvPr id="0" name=""/>
        <dsp:cNvSpPr/>
      </dsp:nvSpPr>
      <dsp:spPr>
        <a:xfrm>
          <a:off x="0" y="849730"/>
          <a:ext cx="5501126" cy="7724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</a:rPr>
            <a:t>AI Grading System</a:t>
          </a:r>
          <a:endParaRPr lang="en-IN" sz="18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400" kern="1200" dirty="0">
              <a:solidFill>
                <a:schemeClr val="tx1"/>
              </a:solidFill>
            </a:rPr>
            <a:t>Open Source Models with custom trained data; Cuts Load</a:t>
          </a:r>
        </a:p>
      </dsp:txBody>
      <dsp:txXfrm>
        <a:off x="1177473" y="849730"/>
        <a:ext cx="4323653" cy="772481"/>
      </dsp:txXfrm>
    </dsp:sp>
    <dsp:sp modelId="{D1771468-5C50-45D6-8278-38CDC3E40D42}">
      <dsp:nvSpPr>
        <dsp:cNvPr id="0" name=""/>
        <dsp:cNvSpPr/>
      </dsp:nvSpPr>
      <dsp:spPr>
        <a:xfrm>
          <a:off x="49808" y="907969"/>
          <a:ext cx="1100225" cy="61798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14000" b="-14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49A6980-DABC-42C3-896F-13C388400A4B}">
      <dsp:nvSpPr>
        <dsp:cNvPr id="0" name=""/>
        <dsp:cNvSpPr/>
      </dsp:nvSpPr>
      <dsp:spPr>
        <a:xfrm>
          <a:off x="0" y="1699460"/>
          <a:ext cx="5501126" cy="7724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</a:rPr>
            <a:t>Price Forecast System</a:t>
          </a:r>
          <a:endParaRPr lang="en-IN" sz="2000" b="1" kern="1200" dirty="0">
            <a:solidFill>
              <a:schemeClr val="tx1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b="0" i="0" kern="1200" dirty="0">
              <a:solidFill>
                <a:schemeClr val="tx1"/>
              </a:solidFill>
            </a:rPr>
            <a:t>Pre-built lightweight model; fast, low-cost to train</a:t>
          </a:r>
          <a:endParaRPr lang="en-IN" sz="1600" kern="1200" dirty="0">
            <a:solidFill>
              <a:schemeClr val="tx1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1500" kern="1200" dirty="0">
            <a:solidFill>
              <a:schemeClr val="tx1"/>
            </a:solidFill>
          </a:endParaRPr>
        </a:p>
      </dsp:txBody>
      <dsp:txXfrm>
        <a:off x="1177473" y="1699460"/>
        <a:ext cx="4323653" cy="772481"/>
      </dsp:txXfrm>
    </dsp:sp>
    <dsp:sp modelId="{AAFFF988-FD7D-439C-ABDD-F7979AB00E2E}">
      <dsp:nvSpPr>
        <dsp:cNvPr id="0" name=""/>
        <dsp:cNvSpPr/>
      </dsp:nvSpPr>
      <dsp:spPr>
        <a:xfrm>
          <a:off x="49808" y="1765918"/>
          <a:ext cx="1100225" cy="61798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14000" b="-14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D77FA3B-E963-4D01-B4CF-465C2A332700}">
      <dsp:nvSpPr>
        <dsp:cNvPr id="0" name=""/>
        <dsp:cNvSpPr/>
      </dsp:nvSpPr>
      <dsp:spPr>
        <a:xfrm>
          <a:off x="0" y="2549190"/>
          <a:ext cx="5501126" cy="7724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</a:rPr>
            <a:t>Anchor Buyers and Pledge Loans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kern="1200" dirty="0">
              <a:solidFill>
                <a:schemeClr val="tx1"/>
              </a:solidFill>
            </a:rPr>
            <a:t>24/7 demand and loans with crops as collateral; Solves Liquidity</a:t>
          </a:r>
        </a:p>
      </dsp:txBody>
      <dsp:txXfrm>
        <a:off x="1177473" y="2549190"/>
        <a:ext cx="4323653" cy="772481"/>
      </dsp:txXfrm>
    </dsp:sp>
    <dsp:sp modelId="{040BAF7E-4D7C-4DC8-93CB-10D42457D514}">
      <dsp:nvSpPr>
        <dsp:cNvPr id="0" name=""/>
        <dsp:cNvSpPr/>
      </dsp:nvSpPr>
      <dsp:spPr>
        <a:xfrm>
          <a:off x="77248" y="2626438"/>
          <a:ext cx="1100225" cy="61798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/>
          <a:srcRect/>
          <a:stretch>
            <a:fillRect l="-16000" r="-16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F0F7A84-6BB9-4928-B819-37ECDF6929E9}">
      <dsp:nvSpPr>
        <dsp:cNvPr id="0" name=""/>
        <dsp:cNvSpPr/>
      </dsp:nvSpPr>
      <dsp:spPr>
        <a:xfrm>
          <a:off x="0" y="3398920"/>
          <a:ext cx="5501126" cy="7724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</a:rPr>
            <a:t>Price Pooling</a:t>
          </a:r>
          <a:endParaRPr lang="en-IN" sz="2000" b="1" kern="1200" dirty="0">
            <a:solidFill>
              <a:schemeClr val="tx1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Simple model farmers; already pool informally</a:t>
          </a:r>
        </a:p>
      </dsp:txBody>
      <dsp:txXfrm>
        <a:off x="1177473" y="3398920"/>
        <a:ext cx="4323653" cy="772481"/>
      </dsp:txXfrm>
    </dsp:sp>
    <dsp:sp modelId="{6E9CAB23-4A49-4DF2-AAA7-4DF527B72DC5}">
      <dsp:nvSpPr>
        <dsp:cNvPr id="0" name=""/>
        <dsp:cNvSpPr/>
      </dsp:nvSpPr>
      <dsp:spPr>
        <a:xfrm>
          <a:off x="49808" y="3465378"/>
          <a:ext cx="1100225" cy="61798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/>
          <a:srcRect/>
          <a:stretch>
            <a:fillRect t="-14000" b="-14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9C0E89E-B090-490B-AB48-DA6B813B6BB5}">
      <dsp:nvSpPr>
        <dsp:cNvPr id="0" name=""/>
        <dsp:cNvSpPr/>
      </dsp:nvSpPr>
      <dsp:spPr>
        <a:xfrm>
          <a:off x="0" y="4248650"/>
          <a:ext cx="5501126" cy="7724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i="0" kern="1200" dirty="0">
              <a:solidFill>
                <a:schemeClr val="tx1"/>
              </a:solidFill>
            </a:rPr>
            <a:t>Warehouse &amp; Silo Finder</a:t>
          </a:r>
          <a:endParaRPr lang="en-IN" sz="2000" b="1" kern="1200" dirty="0">
            <a:solidFill>
              <a:schemeClr val="tx1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b="0" i="0" kern="1200" dirty="0">
              <a:solidFill>
                <a:schemeClr val="tx1"/>
              </a:solidFill>
            </a:rPr>
            <a:t>Location of warehouse data; commonly used</a:t>
          </a:r>
          <a:endParaRPr lang="en-IN" sz="1600" kern="1200" dirty="0">
            <a:solidFill>
              <a:schemeClr val="tx1"/>
            </a:solidFill>
          </a:endParaRPr>
        </a:p>
      </dsp:txBody>
      <dsp:txXfrm>
        <a:off x="1177473" y="4248650"/>
        <a:ext cx="4323653" cy="772481"/>
      </dsp:txXfrm>
    </dsp:sp>
    <dsp:sp modelId="{13D71B20-5C23-4144-B023-E9A9D32172C1}">
      <dsp:nvSpPr>
        <dsp:cNvPr id="0" name=""/>
        <dsp:cNvSpPr/>
      </dsp:nvSpPr>
      <dsp:spPr>
        <a:xfrm>
          <a:off x="49814" y="4340959"/>
          <a:ext cx="1128006" cy="608555"/>
        </a:xfrm>
        <a:prstGeom prst="roundRect">
          <a:avLst/>
        </a:prstGeom>
        <a:blipFill>
          <a:blip xmlns:r="http://schemas.openxmlformats.org/officeDocument/2006/relationships" r:embed="rId6"/>
          <a:srcRect/>
          <a:stretch>
            <a:fillRect t="-17000" b="-17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18" Type="http://schemas.microsoft.com/office/2007/relationships/diagramDrawing" Target="../diagrams/drawing3.xml"/><Relationship Id="rId3" Type="http://schemas.openxmlformats.org/officeDocument/2006/relationships/image" Target="../media/image2.png"/><Relationship Id="rId21" Type="http://schemas.openxmlformats.org/officeDocument/2006/relationships/diagramQuickStyle" Target="../diagrams/quickStyle4.xml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17" Type="http://schemas.openxmlformats.org/officeDocument/2006/relationships/diagramColors" Target="../diagrams/colors3.xml"/><Relationship Id="rId2" Type="http://schemas.openxmlformats.org/officeDocument/2006/relationships/notesSlide" Target="../notesSlides/notesSlide1.xml"/><Relationship Id="rId16" Type="http://schemas.openxmlformats.org/officeDocument/2006/relationships/diagramQuickStyle" Target="../diagrams/quickStyle3.xml"/><Relationship Id="rId20" Type="http://schemas.openxmlformats.org/officeDocument/2006/relationships/diagramLayout" Target="../diagrams/layout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5" Type="http://schemas.openxmlformats.org/officeDocument/2006/relationships/diagramLayout" Target="../diagrams/layout3.xml"/><Relationship Id="rId23" Type="http://schemas.microsoft.com/office/2007/relationships/diagramDrawing" Target="../diagrams/drawing4.xml"/><Relationship Id="rId10" Type="http://schemas.openxmlformats.org/officeDocument/2006/relationships/diagramLayout" Target="../diagrams/layout2.xml"/><Relationship Id="rId19" Type="http://schemas.openxmlformats.org/officeDocument/2006/relationships/diagramData" Target="../diagrams/data4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diagramData" Target="../diagrams/data3.xml"/><Relationship Id="rId22" Type="http://schemas.openxmlformats.org/officeDocument/2006/relationships/diagramColors" Target="../diagrams/colors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13" Type="http://schemas.microsoft.com/office/2007/relationships/diagramDrawing" Target="../diagrams/drawing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5.xml"/><Relationship Id="rId12" Type="http://schemas.openxmlformats.org/officeDocument/2006/relationships/diagramColors" Target="../diagrams/colors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11" Type="http://schemas.openxmlformats.org/officeDocument/2006/relationships/diagramQuickStyle" Target="../diagrams/quickStyle6.xml"/><Relationship Id="rId5" Type="http://schemas.openxmlformats.org/officeDocument/2006/relationships/diagramLayout" Target="../diagrams/layout5.xml"/><Relationship Id="rId10" Type="http://schemas.openxmlformats.org/officeDocument/2006/relationships/diagramLayout" Target="../diagrams/layout6.xml"/><Relationship Id="rId4" Type="http://schemas.openxmlformats.org/officeDocument/2006/relationships/diagramData" Target="../diagrams/data5.xml"/><Relationship Id="rId9" Type="http://schemas.openxmlformats.org/officeDocument/2006/relationships/diagramData" Target="../diagrams/data6.xml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www.msamb.com/ApmcDetail/APMCPriceInformation" TargetMode="External"/><Relationship Id="rId7" Type="http://schemas.openxmlformats.org/officeDocument/2006/relationships/hyperlink" Target="https://agmarknet.gov.in/hom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ata.gov.in/" TargetMode="External"/><Relationship Id="rId5" Type="http://schemas.openxmlformats.org/officeDocument/2006/relationships/hyperlink" Target="https://enam.gov.in/" TargetMode="External"/><Relationship Id="rId4" Type="http://schemas.openxmlformats.org/officeDocument/2006/relationships/hyperlink" Target="https://www.msamb.com/Projects/MarketNetwork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532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26132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b="1" dirty="0"/>
              <a:t>Strengthening market linkages and price discovery for farmers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Agriculture,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FoodTech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&amp; Rural Development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KS-SAND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4257"/>
            <a:ext cx="10744082" cy="1063837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Krishi-Setu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KS-SAND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19671B0-E80A-3A4A-2868-801F7A8181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1898514"/>
              </p:ext>
            </p:extLst>
          </p:nvPr>
        </p:nvGraphicFramePr>
        <p:xfrm>
          <a:off x="1728405" y="797373"/>
          <a:ext cx="8375715" cy="15009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3C5FB53-4EC4-CE89-52D3-C214121E99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8899716"/>
              </p:ext>
            </p:extLst>
          </p:nvPr>
        </p:nvGraphicFramePr>
        <p:xfrm>
          <a:off x="42779" y="2761488"/>
          <a:ext cx="4090309" cy="3433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5615D92-FB41-6389-DD6A-73BAB66B07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6767168"/>
              </p:ext>
            </p:extLst>
          </p:nvPr>
        </p:nvGraphicFramePr>
        <p:xfrm>
          <a:off x="2766058" y="2712974"/>
          <a:ext cx="6659881" cy="3646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55A1F4F0-D92E-E35D-F8C0-0A755B1CCF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758791"/>
              </p:ext>
            </p:extLst>
          </p:nvPr>
        </p:nvGraphicFramePr>
        <p:xfrm>
          <a:off x="8315712" y="2761488"/>
          <a:ext cx="3688575" cy="3692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F594ACA-6806-4F2E-0671-CA6F59E4AA8A}"/>
              </a:ext>
            </a:extLst>
          </p:cNvPr>
          <p:cNvSpPr txBox="1"/>
          <p:nvPr/>
        </p:nvSpPr>
        <p:spPr>
          <a:xfrm>
            <a:off x="410009" y="2377440"/>
            <a:ext cx="33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Detailed Explanation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5E8407-9AE1-2A61-205C-FFF9DB140FBE}"/>
              </a:ext>
            </a:extLst>
          </p:cNvPr>
          <p:cNvSpPr txBox="1"/>
          <p:nvPr/>
        </p:nvSpPr>
        <p:spPr>
          <a:xfrm>
            <a:off x="4700292" y="2377440"/>
            <a:ext cx="3099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How We Address the Problem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DB6AC3-2A9C-C66A-51AE-B663B069CB6F}"/>
              </a:ext>
            </a:extLst>
          </p:cNvPr>
          <p:cNvSpPr txBox="1"/>
          <p:nvPr/>
        </p:nvSpPr>
        <p:spPr>
          <a:xfrm>
            <a:off x="8426145" y="2356875"/>
            <a:ext cx="3099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Innovation and Uniqueness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KS-SAND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77D681-371A-172B-5783-7B90D2929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701" y="1086271"/>
            <a:ext cx="10216401" cy="52417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17516" y="3467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KS-SAND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3B2C26E-A103-D11F-3482-8B34EDDE48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8688203"/>
              </p:ext>
            </p:extLst>
          </p:nvPr>
        </p:nvGraphicFramePr>
        <p:xfrm>
          <a:off x="255051" y="1210842"/>
          <a:ext cx="5501127" cy="50223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42392B1-A736-DBA3-E748-E1E1F18985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3546060"/>
              </p:ext>
            </p:extLst>
          </p:nvPr>
        </p:nvGraphicFramePr>
        <p:xfrm>
          <a:off x="9188216" y="866469"/>
          <a:ext cx="2844800" cy="55502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3E94A71-19D6-2153-8C90-9712B12078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56179" y="1042732"/>
            <a:ext cx="6180769" cy="53120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627BA68-86F2-A6E8-D226-CDC772E70555}"/>
              </a:ext>
            </a:extLst>
          </p:cNvPr>
          <p:cNvSpPr txBox="1"/>
          <p:nvPr/>
        </p:nvSpPr>
        <p:spPr>
          <a:xfrm>
            <a:off x="1454060" y="967144"/>
            <a:ext cx="3465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FEASIBILITY</a:t>
            </a:r>
            <a:endParaRPr lang="en-IN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KS-SAND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9FF680-0AD9-773D-0362-0C83F1C447AE}"/>
              </a:ext>
            </a:extLst>
          </p:cNvPr>
          <p:cNvSpPr/>
          <p:nvPr/>
        </p:nvSpPr>
        <p:spPr>
          <a:xfrm>
            <a:off x="1796471" y="1417620"/>
            <a:ext cx="2508739" cy="87532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C4A1E8-B5B3-503E-107D-7F082466576A}"/>
              </a:ext>
            </a:extLst>
          </p:cNvPr>
          <p:cNvSpPr/>
          <p:nvPr/>
        </p:nvSpPr>
        <p:spPr>
          <a:xfrm>
            <a:off x="1800383" y="2593832"/>
            <a:ext cx="2508739" cy="87532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BEAFE9-48DA-5E56-40B6-E537E2067FF5}"/>
              </a:ext>
            </a:extLst>
          </p:cNvPr>
          <p:cNvSpPr/>
          <p:nvPr/>
        </p:nvSpPr>
        <p:spPr>
          <a:xfrm>
            <a:off x="4653005" y="1995955"/>
            <a:ext cx="2508739" cy="87532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Our System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Personalized Matching + Real Time Prices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7781B4-95D6-2284-C9CC-7DCB36E7DF29}"/>
              </a:ext>
            </a:extLst>
          </p:cNvPr>
          <p:cNvSpPr/>
          <p:nvPr/>
        </p:nvSpPr>
        <p:spPr>
          <a:xfrm>
            <a:off x="7497803" y="1334310"/>
            <a:ext cx="2606437" cy="97893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0D564F-7EC7-794E-0E42-F5A2D4035D95}"/>
              </a:ext>
            </a:extLst>
          </p:cNvPr>
          <p:cNvSpPr/>
          <p:nvPr/>
        </p:nvSpPr>
        <p:spPr>
          <a:xfrm>
            <a:off x="7595501" y="2707154"/>
            <a:ext cx="2508739" cy="875323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31B812-349C-257F-9435-A2E607A3741B}"/>
              </a:ext>
            </a:extLst>
          </p:cNvPr>
          <p:cNvSpPr txBox="1"/>
          <p:nvPr/>
        </p:nvSpPr>
        <p:spPr>
          <a:xfrm>
            <a:off x="1874625" y="1566112"/>
            <a:ext cx="2258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Farmers Before</a:t>
            </a:r>
          </a:p>
          <a:p>
            <a:pPr algn="ctr"/>
            <a:r>
              <a:rPr lang="en-US" sz="1600" dirty="0"/>
              <a:t>Low Visibility, Low Power</a:t>
            </a:r>
            <a:endParaRPr lang="en-IN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1ADFDA-2311-4213-8AD0-8AD0677C35F6}"/>
              </a:ext>
            </a:extLst>
          </p:cNvPr>
          <p:cNvSpPr txBox="1"/>
          <p:nvPr/>
        </p:nvSpPr>
        <p:spPr>
          <a:xfrm>
            <a:off x="1948871" y="2638154"/>
            <a:ext cx="22039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Buyers Before</a:t>
            </a:r>
          </a:p>
          <a:p>
            <a:pPr algn="ctr"/>
            <a:r>
              <a:rPr lang="en-US" sz="1600" dirty="0"/>
              <a:t>Hard to Source, Quality Verification</a:t>
            </a:r>
            <a:endParaRPr lang="en-IN" sz="16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65D77CC-A379-9E2D-738A-73BDB460AAC0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4305210" y="1855282"/>
            <a:ext cx="347795" cy="5783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BAE048C-A0B4-98C5-3E41-C697835764B3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4309122" y="2433617"/>
            <a:ext cx="343883" cy="5978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7C55E23-3CFD-59C6-87C1-A2417DBD77E3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7161744" y="1835740"/>
            <a:ext cx="336059" cy="5978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E8E4E6B-5FBE-745E-268E-820FE4E542B8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>
            <a:off x="7161744" y="2433617"/>
            <a:ext cx="433757" cy="7111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0538AB2-F63F-95E0-AE46-DE936B0B8C80}"/>
              </a:ext>
            </a:extLst>
          </p:cNvPr>
          <p:cNvSpPr txBox="1"/>
          <p:nvPr/>
        </p:nvSpPr>
        <p:spPr>
          <a:xfrm>
            <a:off x="7595502" y="1428521"/>
            <a:ext cx="23993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Farmers After</a:t>
            </a:r>
          </a:p>
          <a:p>
            <a:pPr algn="ctr"/>
            <a:r>
              <a:rPr lang="en-US" sz="1600" dirty="0"/>
              <a:t>Steady Income, Higher Visibility, Less Spoilage</a:t>
            </a:r>
            <a:endParaRPr lang="en-IN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3DD5A4-8FB9-2B67-F12D-63045C013793}"/>
              </a:ext>
            </a:extLst>
          </p:cNvPr>
          <p:cNvSpPr txBox="1"/>
          <p:nvPr/>
        </p:nvSpPr>
        <p:spPr>
          <a:xfrm>
            <a:off x="7693200" y="2739106"/>
            <a:ext cx="2313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Buyers After</a:t>
            </a:r>
          </a:p>
          <a:p>
            <a:pPr algn="ctr"/>
            <a:r>
              <a:rPr lang="en-US" sz="1600" dirty="0"/>
              <a:t>Quality Assurance, Pooled Supply</a:t>
            </a:r>
            <a:endParaRPr lang="en-IN" sz="16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FA8AF2D-616B-6437-866E-ADA6D57CF830}"/>
              </a:ext>
            </a:extLst>
          </p:cNvPr>
          <p:cNvSpPr/>
          <p:nvPr/>
        </p:nvSpPr>
        <p:spPr>
          <a:xfrm>
            <a:off x="88812" y="4170494"/>
            <a:ext cx="2906666" cy="152238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57B362-3D20-8705-96B5-9F3C23D177CF}"/>
              </a:ext>
            </a:extLst>
          </p:cNvPr>
          <p:cNvSpPr txBox="1"/>
          <p:nvPr/>
        </p:nvSpPr>
        <p:spPr>
          <a:xfrm>
            <a:off x="88812" y="4363162"/>
            <a:ext cx="28565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Social</a:t>
            </a:r>
            <a:endParaRPr lang="en-IN" sz="2800" dirty="0"/>
          </a:p>
          <a:p>
            <a:pPr algn="ctr"/>
            <a:r>
              <a:rPr lang="en-US" dirty="0"/>
              <a:t>Trust and Transparency between buyers and farmers</a:t>
            </a:r>
            <a:endParaRPr lang="en-IN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5702B77-58AD-11D0-0EF0-4FD8EA1BA653}"/>
              </a:ext>
            </a:extLst>
          </p:cNvPr>
          <p:cNvSpPr/>
          <p:nvPr/>
        </p:nvSpPr>
        <p:spPr>
          <a:xfrm>
            <a:off x="3113114" y="4170494"/>
            <a:ext cx="2906666" cy="1506909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599ACE1-1054-8ED4-FE5F-048FCD376EAD}"/>
              </a:ext>
            </a:extLst>
          </p:cNvPr>
          <p:cNvSpPr/>
          <p:nvPr/>
        </p:nvSpPr>
        <p:spPr>
          <a:xfrm>
            <a:off x="6133762" y="4170494"/>
            <a:ext cx="2906666" cy="1506909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79ACA3-261B-81F9-02D0-FCB57A3760E9}"/>
              </a:ext>
            </a:extLst>
          </p:cNvPr>
          <p:cNvSpPr txBox="1"/>
          <p:nvPr/>
        </p:nvSpPr>
        <p:spPr>
          <a:xfrm>
            <a:off x="3195172" y="4353278"/>
            <a:ext cx="29385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Economic</a:t>
            </a:r>
          </a:p>
          <a:p>
            <a:pPr algn="ctr"/>
            <a:r>
              <a:rPr lang="en-US" dirty="0"/>
              <a:t>Fair Prices and Efficient Sourcing</a:t>
            </a:r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A7D51A-9480-A971-A5B0-2E8D965BFAEA}"/>
              </a:ext>
            </a:extLst>
          </p:cNvPr>
          <p:cNvSpPr txBox="1"/>
          <p:nvPr/>
        </p:nvSpPr>
        <p:spPr>
          <a:xfrm>
            <a:off x="6119206" y="4331122"/>
            <a:ext cx="29385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Environmental</a:t>
            </a:r>
          </a:p>
          <a:p>
            <a:pPr algn="ctr"/>
            <a:r>
              <a:rPr lang="en-US" dirty="0"/>
              <a:t>Less Waste due to lower post harvest sale</a:t>
            </a:r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F34C126-809D-BDF1-527D-4E0E430C5E7A}"/>
              </a:ext>
            </a:extLst>
          </p:cNvPr>
          <p:cNvSpPr/>
          <p:nvPr/>
        </p:nvSpPr>
        <p:spPr>
          <a:xfrm>
            <a:off x="9134483" y="4201442"/>
            <a:ext cx="2938590" cy="147596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366601-5AB1-BFE5-6109-0A8CE54CC606}"/>
              </a:ext>
            </a:extLst>
          </p:cNvPr>
          <p:cNvSpPr txBox="1"/>
          <p:nvPr/>
        </p:nvSpPr>
        <p:spPr>
          <a:xfrm>
            <a:off x="9174699" y="4312562"/>
            <a:ext cx="28581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Government</a:t>
            </a:r>
          </a:p>
          <a:p>
            <a:pPr algn="ctr"/>
            <a:r>
              <a:rPr lang="en-US" dirty="0"/>
              <a:t>Better Market visibility and digital records and silo utilization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0289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55701" y="1359451"/>
            <a:ext cx="938530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Arrival Price info: 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3"/>
              </a:rPr>
              <a:t>https://www.msamb.com/ApmcDetail/APMCPriceInformation</a:t>
            </a: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Market Network:</a:t>
            </a:r>
          </a:p>
          <a:p>
            <a:pPr lvl="0"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4"/>
              </a:rPr>
              <a:t>https://www.msamb.com/Projects/MarketNetwork</a:t>
            </a: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National Agriculture Market:</a:t>
            </a:r>
          </a:p>
          <a:p>
            <a:pPr lvl="0"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5"/>
              </a:rPr>
              <a:t>https://enam.gov.in/</a:t>
            </a: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>
              <a:defRPr/>
            </a:pPr>
            <a:r>
              <a:rPr lang="en-US" sz="24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DataSets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(general and specialized):</a:t>
            </a:r>
          </a:p>
          <a:p>
            <a:pPr lvl="0"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6"/>
              </a:rPr>
              <a:t>https://www.data.gov.in/</a:t>
            </a: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>
              <a:defRPr/>
            </a:pPr>
            <a:r>
              <a:rPr lang="en-US" sz="24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AgMarkNet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0"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7"/>
              </a:rPr>
              <a:t>https://agmarknet.gov.in/home</a:t>
            </a: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>
              <a:defRPr/>
            </a:pP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KS-SAND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7768</TotalTime>
  <Words>603</Words>
  <Application>Microsoft Office PowerPoint</Application>
  <PresentationFormat>Widescreen</PresentationFormat>
  <Paragraphs>126</Paragraphs>
  <Slides>7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Helvetica</vt:lpstr>
      <vt:lpstr>Times New Roman</vt:lpstr>
      <vt:lpstr>TradeGothic</vt:lpstr>
      <vt:lpstr>Office Theme</vt:lpstr>
      <vt:lpstr>SMART INDIA HACKATHON 2026</vt:lpstr>
      <vt:lpstr>Krishi-Setu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Nithish Perumal.V</cp:lastModifiedBy>
  <cp:revision>161</cp:revision>
  <dcterms:created xsi:type="dcterms:W3CDTF">2013-12-12T18:46:50Z</dcterms:created>
  <dcterms:modified xsi:type="dcterms:W3CDTF">2026-09-04T11:44:38Z</dcterms:modified>
  <cp:category/>
</cp:coreProperties>
</file>